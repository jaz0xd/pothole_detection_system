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rimo" panose="020B0604020202020204" charset="0"/>
      <p:regular r:id="rId19"/>
      <p:bold r:id="rId20"/>
      <p:italic r:id="rId21"/>
      <p:boldItalic r:id="rId22"/>
    </p:embeddedFont>
    <p:embeddedFont>
      <p:font typeface="Inter" panose="020B0604020202020204" charset="0"/>
      <p:regular r:id="rId23"/>
      <p:bold r:id="rId24"/>
      <p:italic r:id="rId25"/>
      <p:boldItalic r:id="rId26"/>
    </p:embeddedFont>
    <p:embeddedFont>
      <p:font typeface="Raleway" pitchFamily="2" charset="0"/>
      <p:regular r:id="rId27"/>
      <p:bold r:id="rId28"/>
      <p:italic r:id="rId29"/>
      <p:boldItalic r:id="rId30"/>
    </p:embeddedFont>
    <p:embeddedFont>
      <p:font typeface="Space Mono" panose="020B060402020202020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71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cxnSp>
        <p:nvCxnSpPr>
          <p:cNvPr id="16" name="Google Shape;16;p3"/>
          <p:cNvCxnSpPr/>
          <p:nvPr/>
        </p:nvCxnSpPr>
        <p:spPr>
          <a:xfrm>
            <a:off x="1028700" y="8794531"/>
            <a:ext cx="16230600" cy="0"/>
          </a:xfrm>
          <a:prstGeom prst="straightConnector1">
            <a:avLst/>
          </a:prstGeom>
          <a:noFill/>
          <a:ln w="9525" cap="flat" cmpd="sng">
            <a:solidFill>
              <a:srgbClr val="000000"/>
            </a:solidFill>
            <a:prstDash val="solid"/>
            <a:round/>
            <a:headEnd type="none" w="sm" len="sm"/>
            <a:tailEnd type="none" w="sm" len="sm"/>
          </a:ln>
        </p:spPr>
      </p:cxnSp>
      <p:pic>
        <p:nvPicPr>
          <p:cNvPr id="17" name="Google Shape;17;p3"/>
          <p:cNvPicPr preferRelativeResize="0"/>
          <p:nvPr/>
        </p:nvPicPr>
        <p:blipFill rotWithShape="1">
          <a:blip r:embed="rId2">
            <a:alphaModFix/>
          </a:blip>
          <a:srcRect t="64934"/>
          <a:stretch/>
        </p:blipFill>
        <p:spPr>
          <a:xfrm>
            <a:off x="-66275" y="0"/>
            <a:ext cx="18456376" cy="4215673"/>
          </a:xfrm>
          <a:prstGeom prst="rect">
            <a:avLst/>
          </a:prstGeom>
          <a:noFill/>
          <a:ln>
            <a:noFill/>
          </a:ln>
        </p:spPr>
      </p:pic>
      <p:sp>
        <p:nvSpPr>
          <p:cNvPr id="18" name="Google Shape;18;p3"/>
          <p:cNvSpPr txBox="1">
            <a:spLocks noGrp="1"/>
          </p:cNvSpPr>
          <p:nvPr>
            <p:ph type="title"/>
          </p:nvPr>
        </p:nvSpPr>
        <p:spPr>
          <a:xfrm>
            <a:off x="1028700" y="4802175"/>
            <a:ext cx="16230600" cy="3140100"/>
          </a:xfrm>
          <a:prstGeom prst="rect">
            <a:avLst/>
          </a:prstGeom>
          <a:noFill/>
          <a:ln>
            <a:noFill/>
          </a:ln>
        </p:spPr>
        <p:txBody>
          <a:bodyPr spcFirstLastPara="1" wrap="square" lIns="91425" tIns="45700" rIns="91425" bIns="45700" anchor="t" anchorCtr="0">
            <a:normAutofit/>
          </a:bodyPr>
          <a:lstStyle>
            <a:lvl1pPr marR="0" lvl="0">
              <a:lnSpc>
                <a:spcPct val="80000"/>
              </a:lnSpc>
              <a:spcBef>
                <a:spcPts val="0"/>
              </a:spcBef>
              <a:spcAft>
                <a:spcPts val="0"/>
              </a:spcAft>
              <a:buClr>
                <a:schemeClr val="dk1"/>
              </a:buClr>
              <a:buSzPts val="12500"/>
              <a:buFont typeface="Raleway"/>
              <a:buNone/>
              <a:defRPr sz="12500" i="0" u="none" strike="noStrike" cap="none">
                <a:solidFill>
                  <a:schemeClr val="dk1"/>
                </a:solidFill>
                <a:latin typeface="Raleway"/>
                <a:ea typeface="Raleway"/>
                <a:cs typeface="Raleway"/>
                <a:sym typeface="Raleway"/>
              </a:defRPr>
            </a:lvl1pPr>
            <a:lvl2pPr lvl="1">
              <a:lnSpc>
                <a:spcPct val="80000"/>
              </a:lnSpc>
              <a:spcBef>
                <a:spcPts val="0"/>
              </a:spcBef>
              <a:spcAft>
                <a:spcPts val="0"/>
              </a:spcAft>
              <a:buSzPts val="12500"/>
              <a:buNone/>
              <a:defRPr sz="12500"/>
            </a:lvl2pPr>
            <a:lvl3pPr lvl="2">
              <a:lnSpc>
                <a:spcPct val="80000"/>
              </a:lnSpc>
              <a:spcBef>
                <a:spcPts val="0"/>
              </a:spcBef>
              <a:spcAft>
                <a:spcPts val="0"/>
              </a:spcAft>
              <a:buSzPts val="12500"/>
              <a:buNone/>
              <a:defRPr sz="12500"/>
            </a:lvl3pPr>
            <a:lvl4pPr lvl="3">
              <a:lnSpc>
                <a:spcPct val="80000"/>
              </a:lnSpc>
              <a:spcBef>
                <a:spcPts val="0"/>
              </a:spcBef>
              <a:spcAft>
                <a:spcPts val="0"/>
              </a:spcAft>
              <a:buSzPts val="12500"/>
              <a:buNone/>
              <a:defRPr sz="12500"/>
            </a:lvl4pPr>
            <a:lvl5pPr lvl="4">
              <a:lnSpc>
                <a:spcPct val="80000"/>
              </a:lnSpc>
              <a:spcBef>
                <a:spcPts val="0"/>
              </a:spcBef>
              <a:spcAft>
                <a:spcPts val="0"/>
              </a:spcAft>
              <a:buSzPts val="12500"/>
              <a:buNone/>
              <a:defRPr sz="12500"/>
            </a:lvl5pPr>
            <a:lvl6pPr lvl="5">
              <a:lnSpc>
                <a:spcPct val="80000"/>
              </a:lnSpc>
              <a:spcBef>
                <a:spcPts val="0"/>
              </a:spcBef>
              <a:spcAft>
                <a:spcPts val="0"/>
              </a:spcAft>
              <a:buSzPts val="12500"/>
              <a:buNone/>
              <a:defRPr sz="12500"/>
            </a:lvl6pPr>
            <a:lvl7pPr lvl="6">
              <a:lnSpc>
                <a:spcPct val="80000"/>
              </a:lnSpc>
              <a:spcBef>
                <a:spcPts val="0"/>
              </a:spcBef>
              <a:spcAft>
                <a:spcPts val="0"/>
              </a:spcAft>
              <a:buSzPts val="12500"/>
              <a:buNone/>
              <a:defRPr sz="12500"/>
            </a:lvl7pPr>
            <a:lvl8pPr lvl="7">
              <a:lnSpc>
                <a:spcPct val="80000"/>
              </a:lnSpc>
              <a:spcBef>
                <a:spcPts val="0"/>
              </a:spcBef>
              <a:spcAft>
                <a:spcPts val="0"/>
              </a:spcAft>
              <a:buSzPts val="12500"/>
              <a:buNone/>
              <a:defRPr sz="12500"/>
            </a:lvl8pPr>
            <a:lvl9pPr lvl="8">
              <a:lnSpc>
                <a:spcPct val="80000"/>
              </a:lnSpc>
              <a:spcBef>
                <a:spcPts val="0"/>
              </a:spcBef>
              <a:spcAft>
                <a:spcPts val="0"/>
              </a:spcAft>
              <a:buSzPts val="12500"/>
              <a:buNone/>
              <a:defRPr sz="12500"/>
            </a:lvl9pPr>
          </a:lstStyle>
          <a:p>
            <a:endParaRPr/>
          </a:p>
        </p:txBody>
      </p:sp>
      <p:sp>
        <p:nvSpPr>
          <p:cNvPr id="19" name="Google Shape;19;p3"/>
          <p:cNvSpPr txBox="1">
            <a:spLocks noGrp="1"/>
          </p:cNvSpPr>
          <p:nvPr>
            <p:ph type="title" idx="2"/>
          </p:nvPr>
        </p:nvSpPr>
        <p:spPr>
          <a:xfrm>
            <a:off x="1028700" y="8990800"/>
            <a:ext cx="4706100" cy="454800"/>
          </a:xfrm>
          <a:prstGeom prst="rect">
            <a:avLst/>
          </a:prstGeom>
          <a:noFill/>
          <a:ln>
            <a:noFill/>
          </a:ln>
        </p:spPr>
        <p:txBody>
          <a:bodyPr spcFirstLastPara="1" wrap="square" lIns="91425" tIns="45700" rIns="91425" bIns="45700" anchor="t" anchorCtr="0">
            <a:normAutofit/>
          </a:bodyPr>
          <a:lstStyle>
            <a:lvl1pPr marR="0" lvl="0">
              <a:lnSpc>
                <a:spcPct val="80000"/>
              </a:lnSpc>
              <a:spcBef>
                <a:spcPts val="0"/>
              </a:spcBef>
              <a:spcAft>
                <a:spcPts val="0"/>
              </a:spcAft>
              <a:buClr>
                <a:srgbClr val="888888"/>
              </a:buClr>
              <a:buSzPts val="2000"/>
              <a:buFont typeface="Inter"/>
              <a:buNone/>
              <a:defRPr sz="2000" i="0" u="none" strike="noStrike" cap="none">
                <a:solidFill>
                  <a:srgbClr val="888888"/>
                </a:solidFill>
                <a:latin typeface="Inter"/>
                <a:ea typeface="Inter"/>
                <a:cs typeface="Inter"/>
                <a:sym typeface="Inter"/>
              </a:defRPr>
            </a:lvl1pPr>
            <a:lvl2pPr lvl="1">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2pPr>
            <a:lvl3pPr lvl="2">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3pPr>
            <a:lvl4pPr lvl="3">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4pPr>
            <a:lvl5pPr lvl="4">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5pPr>
            <a:lvl6pPr lvl="5">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6pPr>
            <a:lvl7pPr lvl="6">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7pPr>
            <a:lvl8pPr lvl="7">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8pPr>
            <a:lvl9pPr lvl="8">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9pPr>
          </a:lstStyle>
          <a:p>
            <a:endParaRPr/>
          </a:p>
        </p:txBody>
      </p:sp>
      <p:sp>
        <p:nvSpPr>
          <p:cNvPr id="20" name="Google Shape;20;p3"/>
          <p:cNvSpPr txBox="1">
            <a:spLocks noGrp="1"/>
          </p:cNvSpPr>
          <p:nvPr>
            <p:ph type="title" idx="3"/>
          </p:nvPr>
        </p:nvSpPr>
        <p:spPr>
          <a:xfrm>
            <a:off x="11637175" y="8990800"/>
            <a:ext cx="4706100" cy="454800"/>
          </a:xfrm>
          <a:prstGeom prst="rect">
            <a:avLst/>
          </a:prstGeom>
          <a:noFill/>
          <a:ln>
            <a:noFill/>
          </a:ln>
        </p:spPr>
        <p:txBody>
          <a:bodyPr spcFirstLastPara="1" wrap="square" lIns="91425" tIns="45700" rIns="91425" bIns="45700" anchor="t" anchorCtr="0">
            <a:normAutofit/>
          </a:bodyPr>
          <a:lstStyle>
            <a:lvl1pPr marR="0" lvl="0" rtl="0">
              <a:lnSpc>
                <a:spcPct val="80000"/>
              </a:lnSpc>
              <a:spcBef>
                <a:spcPts val="0"/>
              </a:spcBef>
              <a:spcAft>
                <a:spcPts val="0"/>
              </a:spcAft>
              <a:buClr>
                <a:srgbClr val="888888"/>
              </a:buClr>
              <a:buSzPts val="2000"/>
              <a:buFont typeface="Inter"/>
              <a:buNone/>
              <a:defRPr sz="2000" i="0" u="none" strike="noStrike" cap="none">
                <a:solidFill>
                  <a:srgbClr val="888888"/>
                </a:solidFill>
                <a:latin typeface="Inter"/>
                <a:ea typeface="Inter"/>
                <a:cs typeface="Inter"/>
                <a:sym typeface="Inter"/>
              </a:defRPr>
            </a:lvl1pPr>
            <a:lvl2pPr lvl="1" rtl="0">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2pPr>
            <a:lvl3pPr lvl="2" rtl="0">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3pPr>
            <a:lvl4pPr lvl="3" rtl="0">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4pPr>
            <a:lvl5pPr lvl="4" rtl="0">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5pPr>
            <a:lvl6pPr lvl="5" rtl="0">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6pPr>
            <a:lvl7pPr lvl="6" rtl="0">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7pPr>
            <a:lvl8pPr lvl="7" rtl="0">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8pPr>
            <a:lvl9pPr lvl="8" rtl="0">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dk1"/>
        </a:solidFill>
        <a:effectLst/>
      </p:bgPr>
    </p:bg>
    <p:spTree>
      <p:nvGrpSpPr>
        <p:cNvPr id="1" name="Shape 21"/>
        <p:cNvGrpSpPr/>
        <p:nvPr/>
      </p:nvGrpSpPr>
      <p:grpSpPr>
        <a:xfrm>
          <a:off x="0" y="0"/>
          <a:ext cx="0" cy="0"/>
          <a:chOff x="0" y="0"/>
          <a:chExt cx="0" cy="0"/>
        </a:xfrm>
      </p:grpSpPr>
      <p:sp>
        <p:nvSpPr>
          <p:cNvPr id="22" name="Google Shape;22;p4"/>
          <p:cNvSpPr/>
          <p:nvPr/>
        </p:nvSpPr>
        <p:spPr>
          <a:xfrm rot="-5400000">
            <a:off x="9764473" y="1686719"/>
            <a:ext cx="10438441" cy="6794476"/>
          </a:xfrm>
          <a:custGeom>
            <a:avLst/>
            <a:gdLst/>
            <a:ahLst/>
            <a:cxnLst/>
            <a:rect l="l" t="t" r="r" b="b"/>
            <a:pathLst>
              <a:path w="10438441" h="6794476" extrusionOk="0">
                <a:moveTo>
                  <a:pt x="0" y="0"/>
                </a:moveTo>
                <a:lnTo>
                  <a:pt x="10438441" y="0"/>
                </a:lnTo>
                <a:lnTo>
                  <a:pt x="10438441" y="6794477"/>
                </a:lnTo>
                <a:lnTo>
                  <a:pt x="0" y="6794477"/>
                </a:lnTo>
                <a:lnTo>
                  <a:pt x="0" y="0"/>
                </a:lnTo>
                <a:close/>
              </a:path>
            </a:pathLst>
          </a:custGeom>
          <a:blipFill rotWithShape="1">
            <a:blip r:embed="rId2">
              <a:alphaModFix/>
            </a:blip>
            <a:stretch>
              <a:fillRect/>
            </a:stretch>
          </a:blipFill>
          <a:ln>
            <a:noFill/>
          </a:ln>
        </p:spPr>
      </p:sp>
      <p:sp>
        <p:nvSpPr>
          <p:cNvPr id="23" name="Google Shape;23;p4"/>
          <p:cNvSpPr txBox="1">
            <a:spLocks noGrp="1"/>
          </p:cNvSpPr>
          <p:nvPr>
            <p:ph type="title"/>
          </p:nvPr>
        </p:nvSpPr>
        <p:spPr>
          <a:xfrm>
            <a:off x="909625" y="1084263"/>
            <a:ext cx="8229600" cy="1143000"/>
          </a:xfrm>
          <a:prstGeom prst="rect">
            <a:avLst/>
          </a:prstGeom>
          <a:noFill/>
          <a:ln>
            <a:noFill/>
          </a:ln>
        </p:spPr>
        <p:txBody>
          <a:bodyPr spcFirstLastPara="1" wrap="square" lIns="91425" tIns="45700" rIns="91425" bIns="45700" anchor="t" anchorCtr="0">
            <a:spAutoFit/>
          </a:bodyPr>
          <a:lstStyle>
            <a:lvl1pPr marR="0" lvl="0">
              <a:lnSpc>
                <a:spcPct val="80000"/>
              </a:lnSpc>
              <a:spcBef>
                <a:spcPts val="0"/>
              </a:spcBef>
              <a:spcAft>
                <a:spcPts val="0"/>
              </a:spcAft>
              <a:buClr>
                <a:schemeClr val="lt1"/>
              </a:buClr>
              <a:buSzPts val="6000"/>
              <a:buFont typeface="Raleway"/>
              <a:buNone/>
              <a:defRPr sz="6000" i="0" u="none" strike="noStrike" cap="none">
                <a:solidFill>
                  <a:schemeClr val="lt1"/>
                </a:solidFill>
                <a:latin typeface="Raleway"/>
                <a:ea typeface="Raleway"/>
                <a:cs typeface="Raleway"/>
                <a:sym typeface="Raleway"/>
              </a:defRPr>
            </a:lvl1pPr>
            <a:lvl2pPr lvl="1">
              <a:lnSpc>
                <a:spcPct val="80000"/>
              </a:lnSpc>
              <a:spcBef>
                <a:spcPts val="0"/>
              </a:spcBef>
              <a:spcAft>
                <a:spcPts val="0"/>
              </a:spcAft>
              <a:buClr>
                <a:schemeClr val="lt1"/>
              </a:buClr>
              <a:buSzPts val="1400"/>
              <a:buNone/>
              <a:defRPr sz="1800">
                <a:solidFill>
                  <a:schemeClr val="lt1"/>
                </a:solidFill>
              </a:defRPr>
            </a:lvl2pPr>
            <a:lvl3pPr lvl="2">
              <a:lnSpc>
                <a:spcPct val="80000"/>
              </a:lnSpc>
              <a:spcBef>
                <a:spcPts val="0"/>
              </a:spcBef>
              <a:spcAft>
                <a:spcPts val="0"/>
              </a:spcAft>
              <a:buClr>
                <a:schemeClr val="lt1"/>
              </a:buClr>
              <a:buSzPts val="1400"/>
              <a:buNone/>
              <a:defRPr sz="1800">
                <a:solidFill>
                  <a:schemeClr val="lt1"/>
                </a:solidFill>
              </a:defRPr>
            </a:lvl3pPr>
            <a:lvl4pPr lvl="3">
              <a:lnSpc>
                <a:spcPct val="80000"/>
              </a:lnSpc>
              <a:spcBef>
                <a:spcPts val="0"/>
              </a:spcBef>
              <a:spcAft>
                <a:spcPts val="0"/>
              </a:spcAft>
              <a:buClr>
                <a:schemeClr val="lt1"/>
              </a:buClr>
              <a:buSzPts val="1400"/>
              <a:buNone/>
              <a:defRPr sz="1800">
                <a:solidFill>
                  <a:schemeClr val="lt1"/>
                </a:solidFill>
              </a:defRPr>
            </a:lvl4pPr>
            <a:lvl5pPr lvl="4">
              <a:lnSpc>
                <a:spcPct val="80000"/>
              </a:lnSpc>
              <a:spcBef>
                <a:spcPts val="0"/>
              </a:spcBef>
              <a:spcAft>
                <a:spcPts val="0"/>
              </a:spcAft>
              <a:buClr>
                <a:schemeClr val="lt1"/>
              </a:buClr>
              <a:buSzPts val="1400"/>
              <a:buNone/>
              <a:defRPr sz="1800">
                <a:solidFill>
                  <a:schemeClr val="lt1"/>
                </a:solidFill>
              </a:defRPr>
            </a:lvl5pPr>
            <a:lvl6pPr lvl="5">
              <a:lnSpc>
                <a:spcPct val="80000"/>
              </a:lnSpc>
              <a:spcBef>
                <a:spcPts val="0"/>
              </a:spcBef>
              <a:spcAft>
                <a:spcPts val="0"/>
              </a:spcAft>
              <a:buClr>
                <a:schemeClr val="lt1"/>
              </a:buClr>
              <a:buSzPts val="1400"/>
              <a:buNone/>
              <a:defRPr sz="1800">
                <a:solidFill>
                  <a:schemeClr val="lt1"/>
                </a:solidFill>
              </a:defRPr>
            </a:lvl6pPr>
            <a:lvl7pPr lvl="6">
              <a:lnSpc>
                <a:spcPct val="80000"/>
              </a:lnSpc>
              <a:spcBef>
                <a:spcPts val="0"/>
              </a:spcBef>
              <a:spcAft>
                <a:spcPts val="0"/>
              </a:spcAft>
              <a:buClr>
                <a:schemeClr val="lt1"/>
              </a:buClr>
              <a:buSzPts val="1400"/>
              <a:buNone/>
              <a:defRPr sz="1800">
                <a:solidFill>
                  <a:schemeClr val="lt1"/>
                </a:solidFill>
              </a:defRPr>
            </a:lvl7pPr>
            <a:lvl8pPr lvl="7">
              <a:lnSpc>
                <a:spcPct val="80000"/>
              </a:lnSpc>
              <a:spcBef>
                <a:spcPts val="0"/>
              </a:spcBef>
              <a:spcAft>
                <a:spcPts val="0"/>
              </a:spcAft>
              <a:buClr>
                <a:schemeClr val="lt1"/>
              </a:buClr>
              <a:buSzPts val="1400"/>
              <a:buNone/>
              <a:defRPr sz="1800">
                <a:solidFill>
                  <a:schemeClr val="lt1"/>
                </a:solidFill>
              </a:defRPr>
            </a:lvl8pPr>
            <a:lvl9pPr lvl="8">
              <a:lnSpc>
                <a:spcPct val="80000"/>
              </a:lnSpc>
              <a:spcBef>
                <a:spcPts val="0"/>
              </a:spcBef>
              <a:spcAft>
                <a:spcPts val="0"/>
              </a:spcAft>
              <a:buClr>
                <a:schemeClr val="lt1"/>
              </a:buClr>
              <a:buSzPts val="1400"/>
              <a:buNone/>
              <a:defRPr sz="1800">
                <a:solidFill>
                  <a:schemeClr val="lt1"/>
                </a:solidFill>
              </a:defRPr>
            </a:lvl9pPr>
          </a:lstStyle>
          <a:p>
            <a:endParaRPr/>
          </a:p>
        </p:txBody>
      </p:sp>
      <p:sp>
        <p:nvSpPr>
          <p:cNvPr id="24" name="Google Shape;24;p4"/>
          <p:cNvSpPr txBox="1">
            <a:spLocks noGrp="1"/>
          </p:cNvSpPr>
          <p:nvPr>
            <p:ph type="body" idx="1"/>
          </p:nvPr>
        </p:nvSpPr>
        <p:spPr>
          <a:xfrm>
            <a:off x="909625" y="2880450"/>
            <a:ext cx="8972700" cy="57555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1pPr>
            <a:lvl2pPr marL="914400" marR="0" lvl="1" indent="-355600" algn="l">
              <a:spcBef>
                <a:spcPts val="56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2pPr>
            <a:lvl3pPr marL="1371600" marR="0" lvl="2" indent="-355600" algn="l">
              <a:spcBef>
                <a:spcPts val="48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3pPr>
            <a:lvl4pPr marL="1828800" marR="0" lvl="3"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4pPr>
            <a:lvl5pPr marL="2286000" marR="0" lvl="4"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5pPr>
            <a:lvl6pPr marL="2743200" marR="0" lvl="5"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6pPr>
            <a:lvl7pPr marL="3200400" marR="0" lvl="6"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7pPr>
            <a:lvl8pPr marL="3657600" marR="0" lvl="7"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8pPr>
            <a:lvl9pPr marL="4114800" marR="0" lvl="8"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9pPr>
          </a:lstStyle>
          <a:p>
            <a:endParaRPr/>
          </a:p>
        </p:txBody>
      </p:sp>
      <p:sp>
        <p:nvSpPr>
          <p:cNvPr id="25" name="Google Shape;25;p4"/>
          <p:cNvSpPr>
            <a:spLocks noGrp="1"/>
          </p:cNvSpPr>
          <p:nvPr>
            <p:ph type="pic" idx="2"/>
          </p:nvPr>
        </p:nvSpPr>
        <p:spPr>
          <a:xfrm>
            <a:off x="12417550" y="1170775"/>
            <a:ext cx="5132400" cy="7945500"/>
          </a:xfrm>
          <a:prstGeom prst="roundRect">
            <a:avLst>
              <a:gd name="adj" fmla="val 50000"/>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grpSp>
        <p:nvGrpSpPr>
          <p:cNvPr id="27" name="Google Shape;27;p5"/>
          <p:cNvGrpSpPr/>
          <p:nvPr/>
        </p:nvGrpSpPr>
        <p:grpSpPr>
          <a:xfrm>
            <a:off x="0" y="-180827"/>
            <a:ext cx="6062131" cy="10468053"/>
            <a:chOff x="0" y="-47625"/>
            <a:chExt cx="1596600" cy="2757000"/>
          </a:xfrm>
        </p:grpSpPr>
        <p:sp>
          <p:nvSpPr>
            <p:cNvPr id="28" name="Google Shape;28;p5"/>
            <p:cNvSpPr/>
            <p:nvPr/>
          </p:nvSpPr>
          <p:spPr>
            <a:xfrm>
              <a:off x="0" y="0"/>
              <a:ext cx="1596562" cy="2709333"/>
            </a:xfrm>
            <a:custGeom>
              <a:avLst/>
              <a:gdLst/>
              <a:ahLst/>
              <a:cxnLst/>
              <a:rect l="l" t="t" r="r" b="b"/>
              <a:pathLst>
                <a:path w="1596562" h="2709333" extrusionOk="0">
                  <a:moveTo>
                    <a:pt x="0" y="0"/>
                  </a:moveTo>
                  <a:lnTo>
                    <a:pt x="1596562" y="0"/>
                  </a:lnTo>
                  <a:lnTo>
                    <a:pt x="1596562" y="2709333"/>
                  </a:lnTo>
                  <a:lnTo>
                    <a:pt x="0" y="2709333"/>
                  </a:lnTo>
                  <a:close/>
                </a:path>
              </a:pathLst>
            </a:custGeom>
            <a:solidFill>
              <a:srgbClr val="000000"/>
            </a:solidFill>
            <a:ln>
              <a:noFill/>
            </a:ln>
          </p:spPr>
        </p:sp>
        <p:sp>
          <p:nvSpPr>
            <p:cNvPr id="29" name="Google Shape;29;p5"/>
            <p:cNvSpPr txBox="1"/>
            <p:nvPr/>
          </p:nvSpPr>
          <p:spPr>
            <a:xfrm>
              <a:off x="0" y="-47625"/>
              <a:ext cx="1596600" cy="2757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0" name="Google Shape;30;p5"/>
          <p:cNvSpPr/>
          <p:nvPr/>
        </p:nvSpPr>
        <p:spPr>
          <a:xfrm rot="10800000">
            <a:off x="4414" y="7490"/>
            <a:ext cx="3026564" cy="5136010"/>
          </a:xfrm>
          <a:custGeom>
            <a:avLst/>
            <a:gdLst/>
            <a:ahLst/>
            <a:cxnLst/>
            <a:rect l="l" t="t" r="r" b="b"/>
            <a:pathLst>
              <a:path w="3668563" h="6225467" extrusionOk="0">
                <a:moveTo>
                  <a:pt x="3668563" y="0"/>
                </a:moveTo>
                <a:lnTo>
                  <a:pt x="3668563" y="6225467"/>
                </a:lnTo>
                <a:cubicBezTo>
                  <a:pt x="1642474" y="6225467"/>
                  <a:pt x="0" y="4831847"/>
                  <a:pt x="0" y="3112734"/>
                </a:cubicBezTo>
                <a:cubicBezTo>
                  <a:pt x="0" y="1393620"/>
                  <a:pt x="1642474" y="0"/>
                  <a:pt x="3668563" y="0"/>
                </a:cubicBezTo>
                <a:close/>
              </a:path>
            </a:pathLst>
          </a:custGeom>
          <a:gradFill>
            <a:gsLst>
              <a:gs pos="0">
                <a:srgbClr val="C6DB63"/>
              </a:gs>
              <a:gs pos="50000">
                <a:srgbClr val="FBFFE7"/>
              </a:gs>
              <a:gs pos="100000">
                <a:srgbClr val="B7D0DD"/>
              </a:gs>
            </a:gsLst>
            <a:lin ang="5400012" scaled="0"/>
          </a:gradFill>
          <a:ln w="1270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p:nvPr/>
        </p:nvSpPr>
        <p:spPr>
          <a:xfrm>
            <a:off x="3030978" y="5143519"/>
            <a:ext cx="3026564" cy="5136010"/>
          </a:xfrm>
          <a:custGeom>
            <a:avLst/>
            <a:gdLst/>
            <a:ahLst/>
            <a:cxnLst/>
            <a:rect l="l" t="t" r="r" b="b"/>
            <a:pathLst>
              <a:path w="3668563" h="6225467" extrusionOk="0">
                <a:moveTo>
                  <a:pt x="3668563" y="0"/>
                </a:moveTo>
                <a:lnTo>
                  <a:pt x="3668563" y="6225467"/>
                </a:lnTo>
                <a:cubicBezTo>
                  <a:pt x="1642474" y="6225467"/>
                  <a:pt x="0" y="4831847"/>
                  <a:pt x="0" y="3112734"/>
                </a:cubicBezTo>
                <a:cubicBezTo>
                  <a:pt x="0" y="1393620"/>
                  <a:pt x="1642474" y="0"/>
                  <a:pt x="3668563" y="0"/>
                </a:cubicBezTo>
                <a:close/>
              </a:path>
            </a:pathLst>
          </a:custGeom>
          <a:gradFill>
            <a:gsLst>
              <a:gs pos="0">
                <a:srgbClr val="C6DB63"/>
              </a:gs>
              <a:gs pos="50000">
                <a:srgbClr val="FBFFE7"/>
              </a:gs>
              <a:gs pos="100000">
                <a:srgbClr val="B7D0DD"/>
              </a:gs>
            </a:gsLst>
            <a:lin ang="5400012" scaled="0"/>
          </a:gradFill>
          <a:ln w="1270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5"/>
          <p:cNvSpPr txBox="1">
            <a:spLocks noGrp="1"/>
          </p:cNvSpPr>
          <p:nvPr>
            <p:ph type="title"/>
          </p:nvPr>
        </p:nvSpPr>
        <p:spPr>
          <a:xfrm>
            <a:off x="7469950" y="2608296"/>
            <a:ext cx="8229600" cy="806100"/>
          </a:xfrm>
          <a:prstGeom prst="rect">
            <a:avLst/>
          </a:prstGeom>
          <a:noFill/>
          <a:ln>
            <a:noFill/>
          </a:ln>
        </p:spPr>
        <p:txBody>
          <a:bodyPr spcFirstLastPara="1" wrap="square" lIns="91425" tIns="45700" rIns="91425" bIns="45700" anchor="t" anchorCtr="0">
            <a:spAutoFit/>
          </a:bodyPr>
          <a:lstStyle>
            <a:lvl1pPr marR="0" lvl="0">
              <a:lnSpc>
                <a:spcPct val="80000"/>
              </a:lnSpc>
              <a:spcBef>
                <a:spcPts val="0"/>
              </a:spcBef>
              <a:spcAft>
                <a:spcPts val="0"/>
              </a:spcAft>
              <a:buSzPts val="6000"/>
              <a:buFont typeface="Raleway"/>
              <a:buNone/>
              <a:defRPr sz="6000" i="0" u="none" strike="noStrike" cap="none">
                <a:latin typeface="Raleway"/>
                <a:ea typeface="Raleway"/>
                <a:cs typeface="Raleway"/>
                <a:sym typeface="Raleway"/>
              </a:defRPr>
            </a:lvl1pPr>
            <a:lvl2pPr lvl="1">
              <a:lnSpc>
                <a:spcPct val="80000"/>
              </a:lnSpc>
              <a:spcBef>
                <a:spcPts val="0"/>
              </a:spcBef>
              <a:spcAft>
                <a:spcPts val="0"/>
              </a:spcAft>
              <a:buClr>
                <a:schemeClr val="dk1"/>
              </a:buClr>
              <a:buSzPts val="1400"/>
              <a:buNone/>
              <a:defRPr sz="1800">
                <a:solidFill>
                  <a:schemeClr val="dk1"/>
                </a:solidFill>
              </a:defRPr>
            </a:lvl2pPr>
            <a:lvl3pPr lvl="2">
              <a:lnSpc>
                <a:spcPct val="80000"/>
              </a:lnSpc>
              <a:spcBef>
                <a:spcPts val="0"/>
              </a:spcBef>
              <a:spcAft>
                <a:spcPts val="0"/>
              </a:spcAft>
              <a:buClr>
                <a:schemeClr val="dk1"/>
              </a:buClr>
              <a:buSzPts val="1400"/>
              <a:buNone/>
              <a:defRPr sz="1800">
                <a:solidFill>
                  <a:schemeClr val="dk1"/>
                </a:solidFill>
              </a:defRPr>
            </a:lvl3pPr>
            <a:lvl4pPr lvl="3">
              <a:lnSpc>
                <a:spcPct val="80000"/>
              </a:lnSpc>
              <a:spcBef>
                <a:spcPts val="0"/>
              </a:spcBef>
              <a:spcAft>
                <a:spcPts val="0"/>
              </a:spcAft>
              <a:buClr>
                <a:schemeClr val="dk1"/>
              </a:buClr>
              <a:buSzPts val="1400"/>
              <a:buNone/>
              <a:defRPr sz="1800">
                <a:solidFill>
                  <a:schemeClr val="dk1"/>
                </a:solidFill>
              </a:defRPr>
            </a:lvl4pPr>
            <a:lvl5pPr lvl="4">
              <a:lnSpc>
                <a:spcPct val="80000"/>
              </a:lnSpc>
              <a:spcBef>
                <a:spcPts val="0"/>
              </a:spcBef>
              <a:spcAft>
                <a:spcPts val="0"/>
              </a:spcAft>
              <a:buClr>
                <a:schemeClr val="dk1"/>
              </a:buClr>
              <a:buSzPts val="1400"/>
              <a:buNone/>
              <a:defRPr sz="1800">
                <a:solidFill>
                  <a:schemeClr val="dk1"/>
                </a:solidFill>
              </a:defRPr>
            </a:lvl5pPr>
            <a:lvl6pPr lvl="5">
              <a:lnSpc>
                <a:spcPct val="80000"/>
              </a:lnSpc>
              <a:spcBef>
                <a:spcPts val="0"/>
              </a:spcBef>
              <a:spcAft>
                <a:spcPts val="0"/>
              </a:spcAft>
              <a:buClr>
                <a:schemeClr val="dk1"/>
              </a:buClr>
              <a:buSzPts val="1400"/>
              <a:buNone/>
              <a:defRPr sz="1800">
                <a:solidFill>
                  <a:schemeClr val="dk1"/>
                </a:solidFill>
              </a:defRPr>
            </a:lvl6pPr>
            <a:lvl7pPr lvl="6">
              <a:lnSpc>
                <a:spcPct val="80000"/>
              </a:lnSpc>
              <a:spcBef>
                <a:spcPts val="0"/>
              </a:spcBef>
              <a:spcAft>
                <a:spcPts val="0"/>
              </a:spcAft>
              <a:buClr>
                <a:schemeClr val="dk1"/>
              </a:buClr>
              <a:buSzPts val="1400"/>
              <a:buNone/>
              <a:defRPr sz="1800">
                <a:solidFill>
                  <a:schemeClr val="dk1"/>
                </a:solidFill>
              </a:defRPr>
            </a:lvl7pPr>
            <a:lvl8pPr lvl="7">
              <a:lnSpc>
                <a:spcPct val="80000"/>
              </a:lnSpc>
              <a:spcBef>
                <a:spcPts val="0"/>
              </a:spcBef>
              <a:spcAft>
                <a:spcPts val="0"/>
              </a:spcAft>
              <a:buClr>
                <a:schemeClr val="dk1"/>
              </a:buClr>
              <a:buSzPts val="1400"/>
              <a:buNone/>
              <a:defRPr sz="1800">
                <a:solidFill>
                  <a:schemeClr val="dk1"/>
                </a:solidFill>
              </a:defRPr>
            </a:lvl8pPr>
            <a:lvl9pPr lvl="8">
              <a:lnSpc>
                <a:spcPct val="80000"/>
              </a:lnSpc>
              <a:spcBef>
                <a:spcPts val="0"/>
              </a:spcBef>
              <a:spcAft>
                <a:spcPts val="0"/>
              </a:spcAft>
              <a:buClr>
                <a:schemeClr val="dk1"/>
              </a:buClr>
              <a:buSzPts val="1400"/>
              <a:buNone/>
              <a:defRPr sz="1800">
                <a:solidFill>
                  <a:schemeClr val="dk1"/>
                </a:solidFill>
              </a:defRPr>
            </a:lvl9pPr>
          </a:lstStyle>
          <a:p>
            <a:endParaRPr/>
          </a:p>
        </p:txBody>
      </p:sp>
      <p:sp>
        <p:nvSpPr>
          <p:cNvPr id="33" name="Google Shape;33;p5"/>
          <p:cNvSpPr txBox="1">
            <a:spLocks noGrp="1"/>
          </p:cNvSpPr>
          <p:nvPr>
            <p:ph type="body" idx="1"/>
          </p:nvPr>
        </p:nvSpPr>
        <p:spPr>
          <a:xfrm>
            <a:off x="7469950" y="4029695"/>
            <a:ext cx="8972700" cy="40587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SzPts val="2000"/>
              <a:buFont typeface="Inter"/>
              <a:buChar char="•"/>
              <a:defRPr sz="2000" i="0" u="none" strike="noStrike" cap="none">
                <a:latin typeface="Inter"/>
                <a:ea typeface="Inter"/>
                <a:cs typeface="Inter"/>
                <a:sym typeface="Inter"/>
              </a:defRPr>
            </a:lvl1pPr>
            <a:lvl2pPr marL="914400" marR="0" lvl="1" indent="-355600" algn="l">
              <a:spcBef>
                <a:spcPts val="560"/>
              </a:spcBef>
              <a:spcAft>
                <a:spcPts val="0"/>
              </a:spcAft>
              <a:buSzPts val="2000"/>
              <a:buFont typeface="Inter"/>
              <a:buChar char="–"/>
              <a:defRPr sz="2000" i="0" u="none" strike="noStrike" cap="none">
                <a:latin typeface="Inter"/>
                <a:ea typeface="Inter"/>
                <a:cs typeface="Inter"/>
                <a:sym typeface="Inter"/>
              </a:defRPr>
            </a:lvl2pPr>
            <a:lvl3pPr marL="1371600" marR="0" lvl="2" indent="-355600" algn="l">
              <a:spcBef>
                <a:spcPts val="480"/>
              </a:spcBef>
              <a:spcAft>
                <a:spcPts val="0"/>
              </a:spcAft>
              <a:buSzPts val="2000"/>
              <a:buFont typeface="Inter"/>
              <a:buChar char="•"/>
              <a:defRPr sz="2000" i="0" u="none" strike="noStrike" cap="none">
                <a:latin typeface="Inter"/>
                <a:ea typeface="Inter"/>
                <a:cs typeface="Inter"/>
                <a:sym typeface="Inter"/>
              </a:defRPr>
            </a:lvl3pPr>
            <a:lvl4pPr marL="1828800" marR="0" lvl="3" indent="-355600" algn="l">
              <a:spcBef>
                <a:spcPts val="400"/>
              </a:spcBef>
              <a:spcAft>
                <a:spcPts val="0"/>
              </a:spcAft>
              <a:buSzPts val="2000"/>
              <a:buFont typeface="Inter"/>
              <a:buChar char="–"/>
              <a:defRPr sz="2000" i="0" u="none" strike="noStrike" cap="none">
                <a:latin typeface="Inter"/>
                <a:ea typeface="Inter"/>
                <a:cs typeface="Inter"/>
                <a:sym typeface="Inter"/>
              </a:defRPr>
            </a:lvl4pPr>
            <a:lvl5pPr marL="2286000" marR="0" lvl="4" indent="-355600" algn="l">
              <a:spcBef>
                <a:spcPts val="400"/>
              </a:spcBef>
              <a:spcAft>
                <a:spcPts val="0"/>
              </a:spcAft>
              <a:buSzPts val="2000"/>
              <a:buFont typeface="Inter"/>
              <a:buChar char="»"/>
              <a:defRPr sz="2000" i="0" u="none" strike="noStrike" cap="none">
                <a:latin typeface="Inter"/>
                <a:ea typeface="Inter"/>
                <a:cs typeface="Inter"/>
                <a:sym typeface="Inter"/>
              </a:defRPr>
            </a:lvl5pPr>
            <a:lvl6pPr marL="2743200" marR="0" lvl="5" indent="-355600" algn="l">
              <a:spcBef>
                <a:spcPts val="400"/>
              </a:spcBef>
              <a:spcAft>
                <a:spcPts val="0"/>
              </a:spcAft>
              <a:buSzPts val="2000"/>
              <a:buFont typeface="Inter"/>
              <a:buChar char="•"/>
              <a:defRPr sz="2000" i="0" u="none" strike="noStrike" cap="none">
                <a:latin typeface="Inter"/>
                <a:ea typeface="Inter"/>
                <a:cs typeface="Inter"/>
                <a:sym typeface="Inter"/>
              </a:defRPr>
            </a:lvl6pPr>
            <a:lvl7pPr marL="3200400" marR="0" lvl="6" indent="-355600" algn="l">
              <a:spcBef>
                <a:spcPts val="400"/>
              </a:spcBef>
              <a:spcAft>
                <a:spcPts val="0"/>
              </a:spcAft>
              <a:buSzPts val="2000"/>
              <a:buFont typeface="Inter"/>
              <a:buChar char="•"/>
              <a:defRPr sz="2000" i="0" u="none" strike="noStrike" cap="none">
                <a:latin typeface="Inter"/>
                <a:ea typeface="Inter"/>
                <a:cs typeface="Inter"/>
                <a:sym typeface="Inter"/>
              </a:defRPr>
            </a:lvl7pPr>
            <a:lvl8pPr marL="3657600" marR="0" lvl="7" indent="-355600" algn="l">
              <a:spcBef>
                <a:spcPts val="400"/>
              </a:spcBef>
              <a:spcAft>
                <a:spcPts val="0"/>
              </a:spcAft>
              <a:buSzPts val="2000"/>
              <a:buFont typeface="Inter"/>
              <a:buChar char="•"/>
              <a:defRPr sz="2000" i="0" u="none" strike="noStrike" cap="none">
                <a:latin typeface="Inter"/>
                <a:ea typeface="Inter"/>
                <a:cs typeface="Inter"/>
                <a:sym typeface="Inter"/>
              </a:defRPr>
            </a:lvl8pPr>
            <a:lvl9pPr marL="4114800" marR="0" lvl="8" indent="-355600" algn="l">
              <a:spcBef>
                <a:spcPts val="400"/>
              </a:spcBef>
              <a:spcAft>
                <a:spcPts val="0"/>
              </a:spcAft>
              <a:buSzPts val="2000"/>
              <a:buFont typeface="Inter"/>
              <a:buChar char="•"/>
              <a:defRPr sz="2000" i="0" u="none" strike="noStrike" cap="none">
                <a:latin typeface="Inter"/>
                <a:ea typeface="Inter"/>
                <a:cs typeface="Inter"/>
                <a:sym typeface="Inter"/>
              </a:defRPr>
            </a:lvl9pPr>
          </a:lstStyle>
          <a:p>
            <a:endParaRPr/>
          </a:p>
        </p:txBody>
      </p:sp>
      <p:sp>
        <p:nvSpPr>
          <p:cNvPr id="34" name="Google Shape;34;p5"/>
          <p:cNvSpPr>
            <a:spLocks noGrp="1"/>
          </p:cNvSpPr>
          <p:nvPr>
            <p:ph type="pic" idx="2"/>
          </p:nvPr>
        </p:nvSpPr>
        <p:spPr>
          <a:xfrm>
            <a:off x="3055975" y="7500"/>
            <a:ext cx="2976600" cy="5211300"/>
          </a:xfrm>
          <a:prstGeom prst="ellipse">
            <a:avLst/>
          </a:prstGeom>
          <a:noFill/>
          <a:ln>
            <a:noFill/>
          </a:ln>
        </p:spPr>
      </p:sp>
      <p:sp>
        <p:nvSpPr>
          <p:cNvPr id="35" name="Google Shape;35;p5"/>
          <p:cNvSpPr>
            <a:spLocks noGrp="1"/>
          </p:cNvSpPr>
          <p:nvPr>
            <p:ph type="pic" idx="3"/>
          </p:nvPr>
        </p:nvSpPr>
        <p:spPr>
          <a:xfrm>
            <a:off x="29400" y="5218800"/>
            <a:ext cx="2976600" cy="5060700"/>
          </a:xfrm>
          <a:prstGeom prst="ellipse">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pic>
        <p:nvPicPr>
          <p:cNvPr id="37" name="Google Shape;37;p6"/>
          <p:cNvPicPr preferRelativeResize="0"/>
          <p:nvPr/>
        </p:nvPicPr>
        <p:blipFill rotWithShape="1">
          <a:blip r:embed="rId2">
            <a:alphaModFix/>
          </a:blip>
          <a:srcRect b="12907"/>
          <a:stretch/>
        </p:blipFill>
        <p:spPr>
          <a:xfrm>
            <a:off x="-111125" y="-79375"/>
            <a:ext cx="18399124" cy="10477501"/>
          </a:xfrm>
          <a:prstGeom prst="rect">
            <a:avLst/>
          </a:prstGeom>
          <a:noFill/>
          <a:ln>
            <a:noFill/>
          </a:ln>
        </p:spPr>
      </p:pic>
      <p:sp>
        <p:nvSpPr>
          <p:cNvPr id="38" name="Google Shape;38;p6"/>
          <p:cNvSpPr txBox="1">
            <a:spLocks noGrp="1"/>
          </p:cNvSpPr>
          <p:nvPr>
            <p:ph type="title"/>
          </p:nvPr>
        </p:nvSpPr>
        <p:spPr>
          <a:xfrm>
            <a:off x="1028700" y="1218400"/>
            <a:ext cx="16230600" cy="3140100"/>
          </a:xfrm>
          <a:prstGeom prst="rect">
            <a:avLst/>
          </a:prstGeom>
          <a:noFill/>
          <a:ln>
            <a:noFill/>
          </a:ln>
        </p:spPr>
        <p:txBody>
          <a:bodyPr spcFirstLastPara="1" wrap="square" lIns="91425" tIns="45700" rIns="91425" bIns="45700" anchor="t" anchorCtr="0">
            <a:normAutofit/>
          </a:bodyPr>
          <a:lstStyle>
            <a:lvl1pPr marR="0" lvl="0">
              <a:lnSpc>
                <a:spcPct val="80000"/>
              </a:lnSpc>
              <a:spcBef>
                <a:spcPts val="0"/>
              </a:spcBef>
              <a:spcAft>
                <a:spcPts val="0"/>
              </a:spcAft>
              <a:buClr>
                <a:schemeClr val="dk1"/>
              </a:buClr>
              <a:buSzPts val="12500"/>
              <a:buFont typeface="Raleway"/>
              <a:buNone/>
              <a:defRPr sz="12500" i="0" u="none" strike="noStrike" cap="none">
                <a:solidFill>
                  <a:schemeClr val="dk1"/>
                </a:solidFill>
                <a:latin typeface="Raleway"/>
                <a:ea typeface="Raleway"/>
                <a:cs typeface="Raleway"/>
                <a:sym typeface="Raleway"/>
              </a:defRPr>
            </a:lvl1pPr>
            <a:lvl2pPr lvl="1">
              <a:lnSpc>
                <a:spcPct val="80000"/>
              </a:lnSpc>
              <a:spcBef>
                <a:spcPts val="0"/>
              </a:spcBef>
              <a:spcAft>
                <a:spcPts val="0"/>
              </a:spcAft>
              <a:buSzPts val="12500"/>
              <a:buNone/>
              <a:defRPr sz="12500"/>
            </a:lvl2pPr>
            <a:lvl3pPr lvl="2">
              <a:lnSpc>
                <a:spcPct val="80000"/>
              </a:lnSpc>
              <a:spcBef>
                <a:spcPts val="0"/>
              </a:spcBef>
              <a:spcAft>
                <a:spcPts val="0"/>
              </a:spcAft>
              <a:buSzPts val="12500"/>
              <a:buNone/>
              <a:defRPr sz="12500"/>
            </a:lvl3pPr>
            <a:lvl4pPr lvl="3">
              <a:lnSpc>
                <a:spcPct val="80000"/>
              </a:lnSpc>
              <a:spcBef>
                <a:spcPts val="0"/>
              </a:spcBef>
              <a:spcAft>
                <a:spcPts val="0"/>
              </a:spcAft>
              <a:buSzPts val="12500"/>
              <a:buNone/>
              <a:defRPr sz="12500"/>
            </a:lvl4pPr>
            <a:lvl5pPr lvl="4">
              <a:lnSpc>
                <a:spcPct val="80000"/>
              </a:lnSpc>
              <a:spcBef>
                <a:spcPts val="0"/>
              </a:spcBef>
              <a:spcAft>
                <a:spcPts val="0"/>
              </a:spcAft>
              <a:buSzPts val="12500"/>
              <a:buNone/>
              <a:defRPr sz="12500"/>
            </a:lvl5pPr>
            <a:lvl6pPr lvl="5">
              <a:lnSpc>
                <a:spcPct val="80000"/>
              </a:lnSpc>
              <a:spcBef>
                <a:spcPts val="0"/>
              </a:spcBef>
              <a:spcAft>
                <a:spcPts val="0"/>
              </a:spcAft>
              <a:buSzPts val="12500"/>
              <a:buNone/>
              <a:defRPr sz="12500"/>
            </a:lvl6pPr>
            <a:lvl7pPr lvl="6">
              <a:lnSpc>
                <a:spcPct val="80000"/>
              </a:lnSpc>
              <a:spcBef>
                <a:spcPts val="0"/>
              </a:spcBef>
              <a:spcAft>
                <a:spcPts val="0"/>
              </a:spcAft>
              <a:buSzPts val="12500"/>
              <a:buNone/>
              <a:defRPr sz="12500"/>
            </a:lvl7pPr>
            <a:lvl8pPr lvl="7">
              <a:lnSpc>
                <a:spcPct val="80000"/>
              </a:lnSpc>
              <a:spcBef>
                <a:spcPts val="0"/>
              </a:spcBef>
              <a:spcAft>
                <a:spcPts val="0"/>
              </a:spcAft>
              <a:buSzPts val="12500"/>
              <a:buNone/>
              <a:defRPr sz="12500"/>
            </a:lvl8pPr>
            <a:lvl9pPr lvl="8">
              <a:lnSpc>
                <a:spcPct val="80000"/>
              </a:lnSpc>
              <a:spcBef>
                <a:spcPts val="0"/>
              </a:spcBef>
              <a:spcAft>
                <a:spcPts val="0"/>
              </a:spcAft>
              <a:buSzPts val="12500"/>
              <a:buNone/>
              <a:defRPr sz="12500"/>
            </a:lvl9pPr>
          </a:lstStyle>
          <a:p>
            <a:endParaRPr/>
          </a:p>
        </p:txBody>
      </p:sp>
      <p:sp>
        <p:nvSpPr>
          <p:cNvPr id="39" name="Google Shape;39;p6"/>
          <p:cNvSpPr txBox="1">
            <a:spLocks noGrp="1"/>
          </p:cNvSpPr>
          <p:nvPr>
            <p:ph type="title" idx="2"/>
          </p:nvPr>
        </p:nvSpPr>
        <p:spPr>
          <a:xfrm>
            <a:off x="1028700" y="8990800"/>
            <a:ext cx="4706100" cy="454800"/>
          </a:xfrm>
          <a:prstGeom prst="rect">
            <a:avLst/>
          </a:prstGeom>
          <a:noFill/>
          <a:ln>
            <a:noFill/>
          </a:ln>
        </p:spPr>
        <p:txBody>
          <a:bodyPr spcFirstLastPara="1" wrap="square" lIns="91425" tIns="45700" rIns="91425" bIns="45700" anchor="t" anchorCtr="0">
            <a:normAutofit/>
          </a:bodyPr>
          <a:lstStyle>
            <a:lvl1pPr marR="0" lvl="0">
              <a:lnSpc>
                <a:spcPct val="80000"/>
              </a:lnSpc>
              <a:spcBef>
                <a:spcPts val="0"/>
              </a:spcBef>
              <a:spcAft>
                <a:spcPts val="0"/>
              </a:spcAft>
              <a:buSzPts val="2000"/>
              <a:buFont typeface="Inter"/>
              <a:buNone/>
              <a:defRPr sz="2000" i="0" u="none" strike="noStrike" cap="none">
                <a:latin typeface="Inter"/>
                <a:ea typeface="Inter"/>
                <a:cs typeface="Inter"/>
                <a:sym typeface="Inter"/>
              </a:defRPr>
            </a:lvl1pPr>
            <a:lvl2pPr lvl="1">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2pPr>
            <a:lvl3pPr lvl="2">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3pPr>
            <a:lvl4pPr lvl="3">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4pPr>
            <a:lvl5pPr lvl="4">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5pPr>
            <a:lvl6pPr lvl="5">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6pPr>
            <a:lvl7pPr lvl="6">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7pPr>
            <a:lvl8pPr lvl="7">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8pPr>
            <a:lvl9pPr lvl="8">
              <a:lnSpc>
                <a:spcPct val="80000"/>
              </a:lnSpc>
              <a:spcBef>
                <a:spcPts val="0"/>
              </a:spcBef>
              <a:spcAft>
                <a:spcPts val="0"/>
              </a:spcAft>
              <a:buClr>
                <a:srgbClr val="888888"/>
              </a:buClr>
              <a:buSzPts val="2000"/>
              <a:buFont typeface="Inter"/>
              <a:buNone/>
              <a:defRPr sz="2000">
                <a:solidFill>
                  <a:srgbClr val="888888"/>
                </a:solidFill>
                <a:latin typeface="Inter"/>
                <a:ea typeface="Inter"/>
                <a:cs typeface="Inter"/>
                <a:sym typeface="Inte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bg>
      <p:bgPr>
        <a:solidFill>
          <a:schemeClr val="dk1"/>
        </a:solidFill>
        <a:effectLst/>
      </p:bgPr>
    </p:bg>
    <p:spTree>
      <p:nvGrpSpPr>
        <p:cNvPr id="1" name="Shape 40"/>
        <p:cNvGrpSpPr/>
        <p:nvPr/>
      </p:nvGrpSpPr>
      <p:grpSpPr>
        <a:xfrm>
          <a:off x="0" y="0"/>
          <a:ext cx="0" cy="0"/>
          <a:chOff x="0" y="0"/>
          <a:chExt cx="0" cy="0"/>
        </a:xfrm>
      </p:grpSpPr>
      <p:pic>
        <p:nvPicPr>
          <p:cNvPr id="41" name="Google Shape;41;p7"/>
          <p:cNvPicPr preferRelativeResize="0"/>
          <p:nvPr/>
        </p:nvPicPr>
        <p:blipFill rotWithShape="1">
          <a:blip r:embed="rId2">
            <a:alphaModFix/>
          </a:blip>
          <a:srcRect b="68109"/>
          <a:stretch/>
        </p:blipFill>
        <p:spPr>
          <a:xfrm>
            <a:off x="0" y="6542518"/>
            <a:ext cx="18288000" cy="3796074"/>
          </a:xfrm>
          <a:prstGeom prst="rect">
            <a:avLst/>
          </a:prstGeom>
          <a:noFill/>
          <a:ln>
            <a:noFill/>
          </a:ln>
        </p:spPr>
      </p:pic>
      <p:sp>
        <p:nvSpPr>
          <p:cNvPr id="42" name="Google Shape;42;p7"/>
          <p:cNvSpPr txBox="1">
            <a:spLocks noGrp="1"/>
          </p:cNvSpPr>
          <p:nvPr>
            <p:ph type="title"/>
          </p:nvPr>
        </p:nvSpPr>
        <p:spPr>
          <a:xfrm>
            <a:off x="707225" y="596121"/>
            <a:ext cx="8229600" cy="806100"/>
          </a:xfrm>
          <a:prstGeom prst="rect">
            <a:avLst/>
          </a:prstGeom>
          <a:noFill/>
          <a:ln>
            <a:noFill/>
          </a:ln>
        </p:spPr>
        <p:txBody>
          <a:bodyPr spcFirstLastPara="1" wrap="square" lIns="91425" tIns="45700" rIns="91425" bIns="45700" anchor="t" anchorCtr="0">
            <a:spAutoFit/>
          </a:bodyPr>
          <a:lstStyle>
            <a:lvl1pPr marR="0" lvl="0">
              <a:lnSpc>
                <a:spcPct val="80000"/>
              </a:lnSpc>
              <a:spcBef>
                <a:spcPts val="0"/>
              </a:spcBef>
              <a:spcAft>
                <a:spcPts val="0"/>
              </a:spcAft>
              <a:buClr>
                <a:schemeClr val="lt1"/>
              </a:buClr>
              <a:buSzPts val="6000"/>
              <a:buFont typeface="Raleway"/>
              <a:buNone/>
              <a:defRPr sz="6000" i="0" u="none" strike="noStrike" cap="none">
                <a:solidFill>
                  <a:schemeClr val="lt1"/>
                </a:solidFill>
                <a:latin typeface="Raleway"/>
                <a:ea typeface="Raleway"/>
                <a:cs typeface="Raleway"/>
                <a:sym typeface="Raleway"/>
              </a:defRPr>
            </a:lvl1pPr>
            <a:lvl2pPr lvl="1">
              <a:lnSpc>
                <a:spcPct val="80000"/>
              </a:lnSpc>
              <a:spcBef>
                <a:spcPts val="0"/>
              </a:spcBef>
              <a:spcAft>
                <a:spcPts val="0"/>
              </a:spcAft>
              <a:buClr>
                <a:schemeClr val="lt1"/>
              </a:buClr>
              <a:buSzPts val="1400"/>
              <a:buNone/>
              <a:defRPr sz="1800">
                <a:solidFill>
                  <a:schemeClr val="lt1"/>
                </a:solidFill>
              </a:defRPr>
            </a:lvl2pPr>
            <a:lvl3pPr lvl="2">
              <a:lnSpc>
                <a:spcPct val="80000"/>
              </a:lnSpc>
              <a:spcBef>
                <a:spcPts val="0"/>
              </a:spcBef>
              <a:spcAft>
                <a:spcPts val="0"/>
              </a:spcAft>
              <a:buClr>
                <a:schemeClr val="lt1"/>
              </a:buClr>
              <a:buSzPts val="1400"/>
              <a:buNone/>
              <a:defRPr sz="1800">
                <a:solidFill>
                  <a:schemeClr val="lt1"/>
                </a:solidFill>
              </a:defRPr>
            </a:lvl3pPr>
            <a:lvl4pPr lvl="3">
              <a:lnSpc>
                <a:spcPct val="80000"/>
              </a:lnSpc>
              <a:spcBef>
                <a:spcPts val="0"/>
              </a:spcBef>
              <a:spcAft>
                <a:spcPts val="0"/>
              </a:spcAft>
              <a:buClr>
                <a:schemeClr val="lt1"/>
              </a:buClr>
              <a:buSzPts val="1400"/>
              <a:buNone/>
              <a:defRPr sz="1800">
                <a:solidFill>
                  <a:schemeClr val="lt1"/>
                </a:solidFill>
              </a:defRPr>
            </a:lvl4pPr>
            <a:lvl5pPr lvl="4">
              <a:lnSpc>
                <a:spcPct val="80000"/>
              </a:lnSpc>
              <a:spcBef>
                <a:spcPts val="0"/>
              </a:spcBef>
              <a:spcAft>
                <a:spcPts val="0"/>
              </a:spcAft>
              <a:buClr>
                <a:schemeClr val="lt1"/>
              </a:buClr>
              <a:buSzPts val="1400"/>
              <a:buNone/>
              <a:defRPr sz="1800">
                <a:solidFill>
                  <a:schemeClr val="lt1"/>
                </a:solidFill>
              </a:defRPr>
            </a:lvl5pPr>
            <a:lvl6pPr lvl="5">
              <a:lnSpc>
                <a:spcPct val="80000"/>
              </a:lnSpc>
              <a:spcBef>
                <a:spcPts val="0"/>
              </a:spcBef>
              <a:spcAft>
                <a:spcPts val="0"/>
              </a:spcAft>
              <a:buClr>
                <a:schemeClr val="lt1"/>
              </a:buClr>
              <a:buSzPts val="1400"/>
              <a:buNone/>
              <a:defRPr sz="1800">
                <a:solidFill>
                  <a:schemeClr val="lt1"/>
                </a:solidFill>
              </a:defRPr>
            </a:lvl6pPr>
            <a:lvl7pPr lvl="6">
              <a:lnSpc>
                <a:spcPct val="80000"/>
              </a:lnSpc>
              <a:spcBef>
                <a:spcPts val="0"/>
              </a:spcBef>
              <a:spcAft>
                <a:spcPts val="0"/>
              </a:spcAft>
              <a:buClr>
                <a:schemeClr val="lt1"/>
              </a:buClr>
              <a:buSzPts val="1400"/>
              <a:buNone/>
              <a:defRPr sz="1800">
                <a:solidFill>
                  <a:schemeClr val="lt1"/>
                </a:solidFill>
              </a:defRPr>
            </a:lvl7pPr>
            <a:lvl8pPr lvl="7">
              <a:lnSpc>
                <a:spcPct val="80000"/>
              </a:lnSpc>
              <a:spcBef>
                <a:spcPts val="0"/>
              </a:spcBef>
              <a:spcAft>
                <a:spcPts val="0"/>
              </a:spcAft>
              <a:buClr>
                <a:schemeClr val="lt1"/>
              </a:buClr>
              <a:buSzPts val="1400"/>
              <a:buNone/>
              <a:defRPr sz="1800">
                <a:solidFill>
                  <a:schemeClr val="lt1"/>
                </a:solidFill>
              </a:defRPr>
            </a:lvl8pPr>
            <a:lvl9pPr lvl="8">
              <a:lnSpc>
                <a:spcPct val="80000"/>
              </a:lnSpc>
              <a:spcBef>
                <a:spcPts val="0"/>
              </a:spcBef>
              <a:spcAft>
                <a:spcPts val="0"/>
              </a:spcAft>
              <a:buClr>
                <a:schemeClr val="lt1"/>
              </a:buClr>
              <a:buSzPts val="1400"/>
              <a:buNone/>
              <a:defRPr sz="1800">
                <a:solidFill>
                  <a:schemeClr val="lt1"/>
                </a:solidFill>
              </a:defRPr>
            </a:lvl9pPr>
          </a:lstStyle>
          <a:p>
            <a:endParaRPr/>
          </a:p>
        </p:txBody>
      </p:sp>
      <p:sp>
        <p:nvSpPr>
          <p:cNvPr id="43" name="Google Shape;43;p7"/>
          <p:cNvSpPr txBox="1">
            <a:spLocks noGrp="1"/>
          </p:cNvSpPr>
          <p:nvPr>
            <p:ph type="body" idx="1"/>
          </p:nvPr>
        </p:nvSpPr>
        <p:spPr>
          <a:xfrm>
            <a:off x="707225" y="2231850"/>
            <a:ext cx="8049900" cy="40587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1pPr>
            <a:lvl2pPr marL="914400" marR="0" lvl="1" indent="-355600" algn="l">
              <a:spcBef>
                <a:spcPts val="56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2pPr>
            <a:lvl3pPr marL="1371600" marR="0" lvl="2" indent="-355600" algn="l">
              <a:spcBef>
                <a:spcPts val="48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3pPr>
            <a:lvl4pPr marL="1828800" marR="0" lvl="3"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4pPr>
            <a:lvl5pPr marL="2286000" marR="0" lvl="4"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5pPr>
            <a:lvl6pPr marL="2743200" marR="0" lvl="5"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6pPr>
            <a:lvl7pPr marL="3200400" marR="0" lvl="6"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7pPr>
            <a:lvl8pPr marL="3657600" marR="0" lvl="7"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8pPr>
            <a:lvl9pPr marL="4114800" marR="0" lvl="8"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9pPr>
          </a:lstStyle>
          <a:p>
            <a:endParaRPr/>
          </a:p>
        </p:txBody>
      </p:sp>
      <p:sp>
        <p:nvSpPr>
          <p:cNvPr id="44" name="Google Shape;44;p7"/>
          <p:cNvSpPr txBox="1">
            <a:spLocks noGrp="1"/>
          </p:cNvSpPr>
          <p:nvPr>
            <p:ph type="body" idx="2"/>
          </p:nvPr>
        </p:nvSpPr>
        <p:spPr>
          <a:xfrm>
            <a:off x="9511815" y="2231850"/>
            <a:ext cx="8049900" cy="40587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64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1pPr>
            <a:lvl2pPr marL="914400" marR="0" lvl="1" indent="-355600" algn="l" rtl="0">
              <a:spcBef>
                <a:spcPts val="56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2pPr>
            <a:lvl3pPr marL="1371600" marR="0" lvl="2" indent="-355600" algn="l" rtl="0">
              <a:spcBef>
                <a:spcPts val="48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3pPr>
            <a:lvl4pPr marL="1828800" marR="0" lvl="3" indent="-355600" algn="l" rtl="0">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4pPr>
            <a:lvl5pPr marL="2286000" marR="0" lvl="4" indent="-355600" algn="l" rtl="0">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5pPr>
            <a:lvl6pPr marL="2743200" marR="0" lvl="5" indent="-355600" algn="l" rtl="0">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6pPr>
            <a:lvl7pPr marL="3200400" marR="0" lvl="6" indent="-355600" algn="l" rtl="0">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7pPr>
            <a:lvl8pPr marL="3657600" marR="0" lvl="7" indent="-355600" algn="l" rtl="0">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8pPr>
            <a:lvl9pPr marL="4114800" marR="0" lvl="8" indent="-355600" algn="l" rtl="0">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pic>
        <p:nvPicPr>
          <p:cNvPr id="46" name="Google Shape;46;p8"/>
          <p:cNvPicPr preferRelativeResize="0"/>
          <p:nvPr/>
        </p:nvPicPr>
        <p:blipFill rotWithShape="1">
          <a:blip r:embed="rId2">
            <a:alphaModFix/>
          </a:blip>
          <a:srcRect t="78345"/>
          <a:stretch/>
        </p:blipFill>
        <p:spPr>
          <a:xfrm>
            <a:off x="0" y="0"/>
            <a:ext cx="18288000" cy="2579626"/>
          </a:xfrm>
          <a:prstGeom prst="rect">
            <a:avLst/>
          </a:prstGeom>
          <a:noFill/>
          <a:ln>
            <a:noFill/>
          </a:ln>
        </p:spPr>
      </p:pic>
      <p:sp>
        <p:nvSpPr>
          <p:cNvPr id="47" name="Google Shape;47;p8"/>
          <p:cNvSpPr txBox="1">
            <a:spLocks noGrp="1"/>
          </p:cNvSpPr>
          <p:nvPr>
            <p:ph type="title"/>
          </p:nvPr>
        </p:nvSpPr>
        <p:spPr>
          <a:xfrm>
            <a:off x="5029250" y="969996"/>
            <a:ext cx="8229600" cy="806100"/>
          </a:xfrm>
          <a:prstGeom prst="rect">
            <a:avLst/>
          </a:prstGeom>
          <a:noFill/>
          <a:ln>
            <a:noFill/>
          </a:ln>
        </p:spPr>
        <p:txBody>
          <a:bodyPr spcFirstLastPara="1" wrap="square" lIns="91425" tIns="45700" rIns="91425" bIns="45700" anchor="t" anchorCtr="0">
            <a:spAutoFit/>
          </a:bodyPr>
          <a:lstStyle>
            <a:lvl1pPr marR="0" lvl="0" algn="ctr">
              <a:lnSpc>
                <a:spcPct val="80000"/>
              </a:lnSpc>
              <a:spcBef>
                <a:spcPts val="0"/>
              </a:spcBef>
              <a:spcAft>
                <a:spcPts val="0"/>
              </a:spcAft>
              <a:buSzPts val="6000"/>
              <a:buFont typeface="Raleway"/>
              <a:buNone/>
              <a:defRPr sz="6000" i="0" u="none" strike="noStrike" cap="none">
                <a:latin typeface="Raleway"/>
                <a:ea typeface="Raleway"/>
                <a:cs typeface="Raleway"/>
                <a:sym typeface="Raleway"/>
              </a:defRPr>
            </a:lvl1pPr>
            <a:lvl2pPr lvl="1" algn="ctr">
              <a:lnSpc>
                <a:spcPct val="80000"/>
              </a:lnSpc>
              <a:spcBef>
                <a:spcPts val="0"/>
              </a:spcBef>
              <a:spcAft>
                <a:spcPts val="0"/>
              </a:spcAft>
              <a:buClr>
                <a:schemeClr val="dk1"/>
              </a:buClr>
              <a:buSzPts val="1400"/>
              <a:buNone/>
              <a:defRPr sz="1800">
                <a:solidFill>
                  <a:schemeClr val="dk1"/>
                </a:solidFill>
              </a:defRPr>
            </a:lvl2pPr>
            <a:lvl3pPr lvl="2" algn="ctr">
              <a:lnSpc>
                <a:spcPct val="80000"/>
              </a:lnSpc>
              <a:spcBef>
                <a:spcPts val="0"/>
              </a:spcBef>
              <a:spcAft>
                <a:spcPts val="0"/>
              </a:spcAft>
              <a:buClr>
                <a:schemeClr val="dk1"/>
              </a:buClr>
              <a:buSzPts val="1400"/>
              <a:buNone/>
              <a:defRPr sz="1800">
                <a:solidFill>
                  <a:schemeClr val="dk1"/>
                </a:solidFill>
              </a:defRPr>
            </a:lvl3pPr>
            <a:lvl4pPr lvl="3" algn="ctr">
              <a:lnSpc>
                <a:spcPct val="80000"/>
              </a:lnSpc>
              <a:spcBef>
                <a:spcPts val="0"/>
              </a:spcBef>
              <a:spcAft>
                <a:spcPts val="0"/>
              </a:spcAft>
              <a:buClr>
                <a:schemeClr val="dk1"/>
              </a:buClr>
              <a:buSzPts val="1400"/>
              <a:buNone/>
              <a:defRPr sz="1800">
                <a:solidFill>
                  <a:schemeClr val="dk1"/>
                </a:solidFill>
              </a:defRPr>
            </a:lvl4pPr>
            <a:lvl5pPr lvl="4" algn="ctr">
              <a:lnSpc>
                <a:spcPct val="80000"/>
              </a:lnSpc>
              <a:spcBef>
                <a:spcPts val="0"/>
              </a:spcBef>
              <a:spcAft>
                <a:spcPts val="0"/>
              </a:spcAft>
              <a:buClr>
                <a:schemeClr val="dk1"/>
              </a:buClr>
              <a:buSzPts val="1400"/>
              <a:buNone/>
              <a:defRPr sz="1800">
                <a:solidFill>
                  <a:schemeClr val="dk1"/>
                </a:solidFill>
              </a:defRPr>
            </a:lvl5pPr>
            <a:lvl6pPr lvl="5" algn="ctr">
              <a:lnSpc>
                <a:spcPct val="80000"/>
              </a:lnSpc>
              <a:spcBef>
                <a:spcPts val="0"/>
              </a:spcBef>
              <a:spcAft>
                <a:spcPts val="0"/>
              </a:spcAft>
              <a:buClr>
                <a:schemeClr val="dk1"/>
              </a:buClr>
              <a:buSzPts val="1400"/>
              <a:buNone/>
              <a:defRPr sz="1800">
                <a:solidFill>
                  <a:schemeClr val="dk1"/>
                </a:solidFill>
              </a:defRPr>
            </a:lvl6pPr>
            <a:lvl7pPr lvl="6" algn="ctr">
              <a:lnSpc>
                <a:spcPct val="80000"/>
              </a:lnSpc>
              <a:spcBef>
                <a:spcPts val="0"/>
              </a:spcBef>
              <a:spcAft>
                <a:spcPts val="0"/>
              </a:spcAft>
              <a:buClr>
                <a:schemeClr val="dk1"/>
              </a:buClr>
              <a:buSzPts val="1400"/>
              <a:buNone/>
              <a:defRPr sz="1800">
                <a:solidFill>
                  <a:schemeClr val="dk1"/>
                </a:solidFill>
              </a:defRPr>
            </a:lvl7pPr>
            <a:lvl8pPr lvl="7" algn="ctr">
              <a:lnSpc>
                <a:spcPct val="80000"/>
              </a:lnSpc>
              <a:spcBef>
                <a:spcPts val="0"/>
              </a:spcBef>
              <a:spcAft>
                <a:spcPts val="0"/>
              </a:spcAft>
              <a:buClr>
                <a:schemeClr val="dk1"/>
              </a:buClr>
              <a:buSzPts val="1400"/>
              <a:buNone/>
              <a:defRPr sz="1800">
                <a:solidFill>
                  <a:schemeClr val="dk1"/>
                </a:solidFill>
              </a:defRPr>
            </a:lvl8pPr>
            <a:lvl9pPr lvl="8" algn="ctr">
              <a:lnSpc>
                <a:spcPct val="80000"/>
              </a:lnSpc>
              <a:spcBef>
                <a:spcPts val="0"/>
              </a:spcBef>
              <a:spcAft>
                <a:spcPts val="0"/>
              </a:spcAft>
              <a:buClr>
                <a:schemeClr val="dk1"/>
              </a:buClr>
              <a:buSzPts val="1400"/>
              <a:buNone/>
              <a:defRPr sz="1800">
                <a:solidFill>
                  <a:schemeClr val="dk1"/>
                </a:solidFill>
              </a:defRPr>
            </a:lvl9pPr>
          </a:lstStyle>
          <a:p>
            <a:endParaRPr/>
          </a:p>
        </p:txBody>
      </p:sp>
      <p:sp>
        <p:nvSpPr>
          <p:cNvPr id="48" name="Google Shape;48;p8"/>
          <p:cNvSpPr>
            <a:spLocks noGrp="1"/>
          </p:cNvSpPr>
          <p:nvPr>
            <p:ph type="pic" idx="2"/>
          </p:nvPr>
        </p:nvSpPr>
        <p:spPr>
          <a:xfrm>
            <a:off x="1129950" y="3325800"/>
            <a:ext cx="4191000" cy="3161700"/>
          </a:xfrm>
          <a:prstGeom prst="rect">
            <a:avLst/>
          </a:prstGeom>
          <a:noFill/>
          <a:ln>
            <a:noFill/>
          </a:ln>
        </p:spPr>
      </p:sp>
      <p:sp>
        <p:nvSpPr>
          <p:cNvPr id="49" name="Google Shape;49;p8"/>
          <p:cNvSpPr>
            <a:spLocks noGrp="1"/>
          </p:cNvSpPr>
          <p:nvPr>
            <p:ph type="pic" idx="3"/>
          </p:nvPr>
        </p:nvSpPr>
        <p:spPr>
          <a:xfrm>
            <a:off x="7048450" y="3325800"/>
            <a:ext cx="4191000" cy="3161700"/>
          </a:xfrm>
          <a:prstGeom prst="rect">
            <a:avLst/>
          </a:prstGeom>
          <a:noFill/>
          <a:ln>
            <a:noFill/>
          </a:ln>
        </p:spPr>
      </p:sp>
      <p:sp>
        <p:nvSpPr>
          <p:cNvPr id="50" name="Google Shape;50;p8"/>
          <p:cNvSpPr>
            <a:spLocks noGrp="1"/>
          </p:cNvSpPr>
          <p:nvPr>
            <p:ph type="pic" idx="4"/>
          </p:nvPr>
        </p:nvSpPr>
        <p:spPr>
          <a:xfrm>
            <a:off x="12966950" y="3325800"/>
            <a:ext cx="4191000" cy="3161700"/>
          </a:xfrm>
          <a:prstGeom prst="rect">
            <a:avLst/>
          </a:prstGeom>
          <a:noFill/>
          <a:ln>
            <a:noFill/>
          </a:ln>
        </p:spPr>
      </p:sp>
      <p:sp>
        <p:nvSpPr>
          <p:cNvPr id="51" name="Google Shape;51;p8"/>
          <p:cNvSpPr txBox="1">
            <a:spLocks noGrp="1"/>
          </p:cNvSpPr>
          <p:nvPr>
            <p:ph type="body" idx="1"/>
          </p:nvPr>
        </p:nvSpPr>
        <p:spPr>
          <a:xfrm>
            <a:off x="719250" y="6707200"/>
            <a:ext cx="5012400" cy="29052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SzPts val="2000"/>
              <a:buFont typeface="Inter"/>
              <a:buChar char="•"/>
              <a:defRPr sz="2000" i="0" u="none" strike="noStrike" cap="none">
                <a:latin typeface="Inter"/>
                <a:ea typeface="Inter"/>
                <a:cs typeface="Inter"/>
                <a:sym typeface="Inter"/>
              </a:defRPr>
            </a:lvl1pPr>
            <a:lvl2pPr marL="914400" marR="0" lvl="1" indent="-355600" algn="l">
              <a:spcBef>
                <a:spcPts val="560"/>
              </a:spcBef>
              <a:spcAft>
                <a:spcPts val="0"/>
              </a:spcAft>
              <a:buSzPts val="2000"/>
              <a:buFont typeface="Inter"/>
              <a:buChar char="–"/>
              <a:defRPr sz="2000" i="0" u="none" strike="noStrike" cap="none">
                <a:latin typeface="Inter"/>
                <a:ea typeface="Inter"/>
                <a:cs typeface="Inter"/>
                <a:sym typeface="Inter"/>
              </a:defRPr>
            </a:lvl2pPr>
            <a:lvl3pPr marL="1371600" marR="0" lvl="2" indent="-355600" algn="l">
              <a:spcBef>
                <a:spcPts val="480"/>
              </a:spcBef>
              <a:spcAft>
                <a:spcPts val="0"/>
              </a:spcAft>
              <a:buSzPts val="2000"/>
              <a:buFont typeface="Inter"/>
              <a:buChar char="•"/>
              <a:defRPr sz="2000" i="0" u="none" strike="noStrike" cap="none">
                <a:latin typeface="Inter"/>
                <a:ea typeface="Inter"/>
                <a:cs typeface="Inter"/>
                <a:sym typeface="Inter"/>
              </a:defRPr>
            </a:lvl3pPr>
            <a:lvl4pPr marL="1828800" marR="0" lvl="3" indent="-355600" algn="l">
              <a:spcBef>
                <a:spcPts val="400"/>
              </a:spcBef>
              <a:spcAft>
                <a:spcPts val="0"/>
              </a:spcAft>
              <a:buSzPts val="2000"/>
              <a:buFont typeface="Inter"/>
              <a:buChar char="–"/>
              <a:defRPr sz="2000" i="0" u="none" strike="noStrike" cap="none">
                <a:latin typeface="Inter"/>
                <a:ea typeface="Inter"/>
                <a:cs typeface="Inter"/>
                <a:sym typeface="Inter"/>
              </a:defRPr>
            </a:lvl4pPr>
            <a:lvl5pPr marL="2286000" marR="0" lvl="4" indent="-355600" algn="l">
              <a:spcBef>
                <a:spcPts val="400"/>
              </a:spcBef>
              <a:spcAft>
                <a:spcPts val="0"/>
              </a:spcAft>
              <a:buSzPts val="2000"/>
              <a:buFont typeface="Inter"/>
              <a:buChar char="»"/>
              <a:defRPr sz="2000" i="0" u="none" strike="noStrike" cap="none">
                <a:latin typeface="Inter"/>
                <a:ea typeface="Inter"/>
                <a:cs typeface="Inter"/>
                <a:sym typeface="Inter"/>
              </a:defRPr>
            </a:lvl5pPr>
            <a:lvl6pPr marL="2743200" marR="0" lvl="5" indent="-355600" algn="l">
              <a:spcBef>
                <a:spcPts val="400"/>
              </a:spcBef>
              <a:spcAft>
                <a:spcPts val="0"/>
              </a:spcAft>
              <a:buSzPts val="2000"/>
              <a:buFont typeface="Inter"/>
              <a:buChar char="•"/>
              <a:defRPr sz="2000" i="0" u="none" strike="noStrike" cap="none">
                <a:latin typeface="Inter"/>
                <a:ea typeface="Inter"/>
                <a:cs typeface="Inter"/>
                <a:sym typeface="Inter"/>
              </a:defRPr>
            </a:lvl6pPr>
            <a:lvl7pPr marL="3200400" marR="0" lvl="6" indent="-355600" algn="l">
              <a:spcBef>
                <a:spcPts val="400"/>
              </a:spcBef>
              <a:spcAft>
                <a:spcPts val="0"/>
              </a:spcAft>
              <a:buSzPts val="2000"/>
              <a:buFont typeface="Inter"/>
              <a:buChar char="•"/>
              <a:defRPr sz="2000" i="0" u="none" strike="noStrike" cap="none">
                <a:latin typeface="Inter"/>
                <a:ea typeface="Inter"/>
                <a:cs typeface="Inter"/>
                <a:sym typeface="Inter"/>
              </a:defRPr>
            </a:lvl7pPr>
            <a:lvl8pPr marL="3657600" marR="0" lvl="7" indent="-355600" algn="l">
              <a:spcBef>
                <a:spcPts val="400"/>
              </a:spcBef>
              <a:spcAft>
                <a:spcPts val="0"/>
              </a:spcAft>
              <a:buSzPts val="2000"/>
              <a:buFont typeface="Inter"/>
              <a:buChar char="•"/>
              <a:defRPr sz="2000" i="0" u="none" strike="noStrike" cap="none">
                <a:latin typeface="Inter"/>
                <a:ea typeface="Inter"/>
                <a:cs typeface="Inter"/>
                <a:sym typeface="Inter"/>
              </a:defRPr>
            </a:lvl8pPr>
            <a:lvl9pPr marL="4114800" marR="0" lvl="8" indent="-355600" algn="l">
              <a:spcBef>
                <a:spcPts val="400"/>
              </a:spcBef>
              <a:spcAft>
                <a:spcPts val="0"/>
              </a:spcAft>
              <a:buSzPts val="2000"/>
              <a:buFont typeface="Inter"/>
              <a:buChar char="•"/>
              <a:defRPr sz="2000" i="0" u="none" strike="noStrike" cap="none">
                <a:latin typeface="Inter"/>
                <a:ea typeface="Inter"/>
                <a:cs typeface="Inter"/>
                <a:sym typeface="Inter"/>
              </a:defRPr>
            </a:lvl9pPr>
          </a:lstStyle>
          <a:p>
            <a:endParaRPr/>
          </a:p>
        </p:txBody>
      </p:sp>
      <p:sp>
        <p:nvSpPr>
          <p:cNvPr id="52" name="Google Shape;52;p8"/>
          <p:cNvSpPr txBox="1">
            <a:spLocks noGrp="1"/>
          </p:cNvSpPr>
          <p:nvPr>
            <p:ph type="body" idx="5"/>
          </p:nvPr>
        </p:nvSpPr>
        <p:spPr>
          <a:xfrm>
            <a:off x="6637750" y="6707200"/>
            <a:ext cx="5012400" cy="29052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640"/>
              </a:spcBef>
              <a:spcAft>
                <a:spcPts val="0"/>
              </a:spcAft>
              <a:buSzPts val="2000"/>
              <a:buFont typeface="Inter"/>
              <a:buChar char="•"/>
              <a:defRPr sz="2000" i="0" u="none" strike="noStrike" cap="none">
                <a:latin typeface="Inter"/>
                <a:ea typeface="Inter"/>
                <a:cs typeface="Inter"/>
                <a:sym typeface="Inter"/>
              </a:defRPr>
            </a:lvl1pPr>
            <a:lvl2pPr marL="914400" marR="0" lvl="1" indent="-355600" algn="l" rtl="0">
              <a:spcBef>
                <a:spcPts val="560"/>
              </a:spcBef>
              <a:spcAft>
                <a:spcPts val="0"/>
              </a:spcAft>
              <a:buSzPts val="2000"/>
              <a:buFont typeface="Inter"/>
              <a:buChar char="–"/>
              <a:defRPr sz="2000" i="0" u="none" strike="noStrike" cap="none">
                <a:latin typeface="Inter"/>
                <a:ea typeface="Inter"/>
                <a:cs typeface="Inter"/>
                <a:sym typeface="Inter"/>
              </a:defRPr>
            </a:lvl2pPr>
            <a:lvl3pPr marL="1371600" marR="0" lvl="2" indent="-355600" algn="l" rtl="0">
              <a:spcBef>
                <a:spcPts val="480"/>
              </a:spcBef>
              <a:spcAft>
                <a:spcPts val="0"/>
              </a:spcAft>
              <a:buSzPts val="2000"/>
              <a:buFont typeface="Inter"/>
              <a:buChar char="•"/>
              <a:defRPr sz="2000" i="0" u="none" strike="noStrike" cap="none">
                <a:latin typeface="Inter"/>
                <a:ea typeface="Inter"/>
                <a:cs typeface="Inter"/>
                <a:sym typeface="Inter"/>
              </a:defRPr>
            </a:lvl3pPr>
            <a:lvl4pPr marL="1828800" marR="0" lvl="3" indent="-355600" algn="l" rtl="0">
              <a:spcBef>
                <a:spcPts val="400"/>
              </a:spcBef>
              <a:spcAft>
                <a:spcPts val="0"/>
              </a:spcAft>
              <a:buSzPts val="2000"/>
              <a:buFont typeface="Inter"/>
              <a:buChar char="–"/>
              <a:defRPr sz="2000" i="0" u="none" strike="noStrike" cap="none">
                <a:latin typeface="Inter"/>
                <a:ea typeface="Inter"/>
                <a:cs typeface="Inter"/>
                <a:sym typeface="Inter"/>
              </a:defRPr>
            </a:lvl4pPr>
            <a:lvl5pPr marL="2286000" marR="0" lvl="4" indent="-355600" algn="l" rtl="0">
              <a:spcBef>
                <a:spcPts val="400"/>
              </a:spcBef>
              <a:spcAft>
                <a:spcPts val="0"/>
              </a:spcAft>
              <a:buSzPts val="2000"/>
              <a:buFont typeface="Inter"/>
              <a:buChar char="»"/>
              <a:defRPr sz="2000" i="0" u="none" strike="noStrike" cap="none">
                <a:latin typeface="Inter"/>
                <a:ea typeface="Inter"/>
                <a:cs typeface="Inter"/>
                <a:sym typeface="Inter"/>
              </a:defRPr>
            </a:lvl5pPr>
            <a:lvl6pPr marL="2743200" marR="0" lvl="5" indent="-355600" algn="l" rtl="0">
              <a:spcBef>
                <a:spcPts val="400"/>
              </a:spcBef>
              <a:spcAft>
                <a:spcPts val="0"/>
              </a:spcAft>
              <a:buSzPts val="2000"/>
              <a:buFont typeface="Inter"/>
              <a:buChar char="•"/>
              <a:defRPr sz="2000" i="0" u="none" strike="noStrike" cap="none">
                <a:latin typeface="Inter"/>
                <a:ea typeface="Inter"/>
                <a:cs typeface="Inter"/>
                <a:sym typeface="Inter"/>
              </a:defRPr>
            </a:lvl6pPr>
            <a:lvl7pPr marL="3200400" marR="0" lvl="6" indent="-355600" algn="l" rtl="0">
              <a:spcBef>
                <a:spcPts val="400"/>
              </a:spcBef>
              <a:spcAft>
                <a:spcPts val="0"/>
              </a:spcAft>
              <a:buSzPts val="2000"/>
              <a:buFont typeface="Inter"/>
              <a:buChar char="•"/>
              <a:defRPr sz="2000" i="0" u="none" strike="noStrike" cap="none">
                <a:latin typeface="Inter"/>
                <a:ea typeface="Inter"/>
                <a:cs typeface="Inter"/>
                <a:sym typeface="Inter"/>
              </a:defRPr>
            </a:lvl7pPr>
            <a:lvl8pPr marL="3657600" marR="0" lvl="7" indent="-355600" algn="l" rtl="0">
              <a:spcBef>
                <a:spcPts val="400"/>
              </a:spcBef>
              <a:spcAft>
                <a:spcPts val="0"/>
              </a:spcAft>
              <a:buSzPts val="2000"/>
              <a:buFont typeface="Inter"/>
              <a:buChar char="•"/>
              <a:defRPr sz="2000" i="0" u="none" strike="noStrike" cap="none">
                <a:latin typeface="Inter"/>
                <a:ea typeface="Inter"/>
                <a:cs typeface="Inter"/>
                <a:sym typeface="Inter"/>
              </a:defRPr>
            </a:lvl8pPr>
            <a:lvl9pPr marL="4114800" marR="0" lvl="8" indent="-355600" algn="l" rtl="0">
              <a:spcBef>
                <a:spcPts val="400"/>
              </a:spcBef>
              <a:spcAft>
                <a:spcPts val="0"/>
              </a:spcAft>
              <a:buSzPts val="2000"/>
              <a:buFont typeface="Inter"/>
              <a:buChar char="•"/>
              <a:defRPr sz="2000" i="0" u="none" strike="noStrike" cap="none">
                <a:latin typeface="Inter"/>
                <a:ea typeface="Inter"/>
                <a:cs typeface="Inter"/>
                <a:sym typeface="Inter"/>
              </a:defRPr>
            </a:lvl9pPr>
          </a:lstStyle>
          <a:p>
            <a:endParaRPr/>
          </a:p>
        </p:txBody>
      </p:sp>
      <p:sp>
        <p:nvSpPr>
          <p:cNvPr id="53" name="Google Shape;53;p8"/>
          <p:cNvSpPr txBox="1">
            <a:spLocks noGrp="1"/>
          </p:cNvSpPr>
          <p:nvPr>
            <p:ph type="body" idx="6"/>
          </p:nvPr>
        </p:nvSpPr>
        <p:spPr>
          <a:xfrm>
            <a:off x="12556250" y="6707200"/>
            <a:ext cx="5012400" cy="29052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640"/>
              </a:spcBef>
              <a:spcAft>
                <a:spcPts val="0"/>
              </a:spcAft>
              <a:buSzPts val="2000"/>
              <a:buFont typeface="Inter"/>
              <a:buChar char="•"/>
              <a:defRPr sz="2000" i="0" u="none" strike="noStrike" cap="none">
                <a:latin typeface="Inter"/>
                <a:ea typeface="Inter"/>
                <a:cs typeface="Inter"/>
                <a:sym typeface="Inter"/>
              </a:defRPr>
            </a:lvl1pPr>
            <a:lvl2pPr marL="914400" marR="0" lvl="1" indent="-355600" algn="l" rtl="0">
              <a:spcBef>
                <a:spcPts val="560"/>
              </a:spcBef>
              <a:spcAft>
                <a:spcPts val="0"/>
              </a:spcAft>
              <a:buSzPts val="2000"/>
              <a:buFont typeface="Inter"/>
              <a:buChar char="–"/>
              <a:defRPr sz="2000" i="0" u="none" strike="noStrike" cap="none">
                <a:latin typeface="Inter"/>
                <a:ea typeface="Inter"/>
                <a:cs typeface="Inter"/>
                <a:sym typeface="Inter"/>
              </a:defRPr>
            </a:lvl2pPr>
            <a:lvl3pPr marL="1371600" marR="0" lvl="2" indent="-355600" algn="l" rtl="0">
              <a:spcBef>
                <a:spcPts val="480"/>
              </a:spcBef>
              <a:spcAft>
                <a:spcPts val="0"/>
              </a:spcAft>
              <a:buSzPts val="2000"/>
              <a:buFont typeface="Inter"/>
              <a:buChar char="•"/>
              <a:defRPr sz="2000" i="0" u="none" strike="noStrike" cap="none">
                <a:latin typeface="Inter"/>
                <a:ea typeface="Inter"/>
                <a:cs typeface="Inter"/>
                <a:sym typeface="Inter"/>
              </a:defRPr>
            </a:lvl3pPr>
            <a:lvl4pPr marL="1828800" marR="0" lvl="3" indent="-355600" algn="l" rtl="0">
              <a:spcBef>
                <a:spcPts val="400"/>
              </a:spcBef>
              <a:spcAft>
                <a:spcPts val="0"/>
              </a:spcAft>
              <a:buSzPts val="2000"/>
              <a:buFont typeface="Inter"/>
              <a:buChar char="–"/>
              <a:defRPr sz="2000" i="0" u="none" strike="noStrike" cap="none">
                <a:latin typeface="Inter"/>
                <a:ea typeface="Inter"/>
                <a:cs typeface="Inter"/>
                <a:sym typeface="Inter"/>
              </a:defRPr>
            </a:lvl4pPr>
            <a:lvl5pPr marL="2286000" marR="0" lvl="4" indent="-355600" algn="l" rtl="0">
              <a:spcBef>
                <a:spcPts val="400"/>
              </a:spcBef>
              <a:spcAft>
                <a:spcPts val="0"/>
              </a:spcAft>
              <a:buSzPts val="2000"/>
              <a:buFont typeface="Inter"/>
              <a:buChar char="»"/>
              <a:defRPr sz="2000" i="0" u="none" strike="noStrike" cap="none">
                <a:latin typeface="Inter"/>
                <a:ea typeface="Inter"/>
                <a:cs typeface="Inter"/>
                <a:sym typeface="Inter"/>
              </a:defRPr>
            </a:lvl5pPr>
            <a:lvl6pPr marL="2743200" marR="0" lvl="5" indent="-355600" algn="l" rtl="0">
              <a:spcBef>
                <a:spcPts val="400"/>
              </a:spcBef>
              <a:spcAft>
                <a:spcPts val="0"/>
              </a:spcAft>
              <a:buSzPts val="2000"/>
              <a:buFont typeface="Inter"/>
              <a:buChar char="•"/>
              <a:defRPr sz="2000" i="0" u="none" strike="noStrike" cap="none">
                <a:latin typeface="Inter"/>
                <a:ea typeface="Inter"/>
                <a:cs typeface="Inter"/>
                <a:sym typeface="Inter"/>
              </a:defRPr>
            </a:lvl6pPr>
            <a:lvl7pPr marL="3200400" marR="0" lvl="6" indent="-355600" algn="l" rtl="0">
              <a:spcBef>
                <a:spcPts val="400"/>
              </a:spcBef>
              <a:spcAft>
                <a:spcPts val="0"/>
              </a:spcAft>
              <a:buSzPts val="2000"/>
              <a:buFont typeface="Inter"/>
              <a:buChar char="•"/>
              <a:defRPr sz="2000" i="0" u="none" strike="noStrike" cap="none">
                <a:latin typeface="Inter"/>
                <a:ea typeface="Inter"/>
                <a:cs typeface="Inter"/>
                <a:sym typeface="Inter"/>
              </a:defRPr>
            </a:lvl7pPr>
            <a:lvl8pPr marL="3657600" marR="0" lvl="7" indent="-355600" algn="l" rtl="0">
              <a:spcBef>
                <a:spcPts val="400"/>
              </a:spcBef>
              <a:spcAft>
                <a:spcPts val="0"/>
              </a:spcAft>
              <a:buSzPts val="2000"/>
              <a:buFont typeface="Inter"/>
              <a:buChar char="•"/>
              <a:defRPr sz="2000" i="0" u="none" strike="noStrike" cap="none">
                <a:latin typeface="Inter"/>
                <a:ea typeface="Inter"/>
                <a:cs typeface="Inter"/>
                <a:sym typeface="Inter"/>
              </a:defRPr>
            </a:lvl8pPr>
            <a:lvl9pPr marL="4114800" marR="0" lvl="8" indent="-355600" algn="l" rtl="0">
              <a:spcBef>
                <a:spcPts val="400"/>
              </a:spcBef>
              <a:spcAft>
                <a:spcPts val="0"/>
              </a:spcAft>
              <a:buSzPts val="2000"/>
              <a:buFont typeface="Inter"/>
              <a:buChar char="•"/>
              <a:defRPr sz="2000" i="0" u="none" strike="noStrike" cap="none">
                <a:latin typeface="Inter"/>
                <a:ea typeface="Inter"/>
                <a:cs typeface="Inter"/>
                <a:sym typeface="Inte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pic>
        <p:nvPicPr>
          <p:cNvPr id="55" name="Google Shape;55;p9"/>
          <p:cNvPicPr preferRelativeResize="0"/>
          <p:nvPr/>
        </p:nvPicPr>
        <p:blipFill rotWithShape="1">
          <a:blip r:embed="rId2">
            <a:alphaModFix/>
          </a:blip>
          <a:srcRect l="25255" t="17574" b="17574"/>
          <a:stretch/>
        </p:blipFill>
        <p:spPr>
          <a:xfrm>
            <a:off x="0" y="0"/>
            <a:ext cx="9175751" cy="10287002"/>
          </a:xfrm>
          <a:prstGeom prst="rect">
            <a:avLst/>
          </a:prstGeom>
          <a:noFill/>
          <a:ln>
            <a:noFill/>
          </a:ln>
        </p:spPr>
      </p:pic>
      <p:sp>
        <p:nvSpPr>
          <p:cNvPr id="56" name="Google Shape;56;p9"/>
          <p:cNvSpPr txBox="1">
            <a:spLocks noGrp="1"/>
          </p:cNvSpPr>
          <p:nvPr>
            <p:ph type="title"/>
          </p:nvPr>
        </p:nvSpPr>
        <p:spPr>
          <a:xfrm>
            <a:off x="1219250" y="3832725"/>
            <a:ext cx="5293500" cy="2796300"/>
          </a:xfrm>
          <a:prstGeom prst="rect">
            <a:avLst/>
          </a:prstGeom>
          <a:noFill/>
          <a:ln>
            <a:noFill/>
          </a:ln>
        </p:spPr>
        <p:txBody>
          <a:bodyPr spcFirstLastPara="1" wrap="square" lIns="91425" tIns="45700" rIns="91425" bIns="45700" anchor="t" anchorCtr="0">
            <a:spAutoFit/>
          </a:bodyPr>
          <a:lstStyle>
            <a:lvl1pPr marR="0" lvl="0">
              <a:lnSpc>
                <a:spcPct val="80000"/>
              </a:lnSpc>
              <a:spcBef>
                <a:spcPts val="0"/>
              </a:spcBef>
              <a:spcAft>
                <a:spcPts val="0"/>
              </a:spcAft>
              <a:buSzPts val="6000"/>
              <a:buFont typeface="Raleway"/>
              <a:buNone/>
              <a:defRPr sz="6000" i="0" u="none" strike="noStrike" cap="none">
                <a:latin typeface="Raleway"/>
                <a:ea typeface="Raleway"/>
                <a:cs typeface="Raleway"/>
                <a:sym typeface="Raleway"/>
              </a:defRPr>
            </a:lvl1pPr>
            <a:lvl2pPr lvl="1" algn="ctr">
              <a:lnSpc>
                <a:spcPct val="80000"/>
              </a:lnSpc>
              <a:spcBef>
                <a:spcPts val="0"/>
              </a:spcBef>
              <a:spcAft>
                <a:spcPts val="0"/>
              </a:spcAft>
              <a:buClr>
                <a:schemeClr val="dk1"/>
              </a:buClr>
              <a:buSzPts val="1400"/>
              <a:buNone/>
              <a:defRPr sz="1800">
                <a:solidFill>
                  <a:schemeClr val="dk1"/>
                </a:solidFill>
              </a:defRPr>
            </a:lvl2pPr>
            <a:lvl3pPr lvl="2" algn="ctr">
              <a:lnSpc>
                <a:spcPct val="80000"/>
              </a:lnSpc>
              <a:spcBef>
                <a:spcPts val="0"/>
              </a:spcBef>
              <a:spcAft>
                <a:spcPts val="0"/>
              </a:spcAft>
              <a:buClr>
                <a:schemeClr val="dk1"/>
              </a:buClr>
              <a:buSzPts val="1400"/>
              <a:buNone/>
              <a:defRPr sz="1800">
                <a:solidFill>
                  <a:schemeClr val="dk1"/>
                </a:solidFill>
              </a:defRPr>
            </a:lvl3pPr>
            <a:lvl4pPr lvl="3" algn="ctr">
              <a:lnSpc>
                <a:spcPct val="80000"/>
              </a:lnSpc>
              <a:spcBef>
                <a:spcPts val="0"/>
              </a:spcBef>
              <a:spcAft>
                <a:spcPts val="0"/>
              </a:spcAft>
              <a:buClr>
                <a:schemeClr val="dk1"/>
              </a:buClr>
              <a:buSzPts val="1400"/>
              <a:buNone/>
              <a:defRPr sz="1800">
                <a:solidFill>
                  <a:schemeClr val="dk1"/>
                </a:solidFill>
              </a:defRPr>
            </a:lvl4pPr>
            <a:lvl5pPr lvl="4" algn="ctr">
              <a:lnSpc>
                <a:spcPct val="80000"/>
              </a:lnSpc>
              <a:spcBef>
                <a:spcPts val="0"/>
              </a:spcBef>
              <a:spcAft>
                <a:spcPts val="0"/>
              </a:spcAft>
              <a:buClr>
                <a:schemeClr val="dk1"/>
              </a:buClr>
              <a:buSzPts val="1400"/>
              <a:buNone/>
              <a:defRPr sz="1800">
                <a:solidFill>
                  <a:schemeClr val="dk1"/>
                </a:solidFill>
              </a:defRPr>
            </a:lvl5pPr>
            <a:lvl6pPr lvl="5" algn="ctr">
              <a:lnSpc>
                <a:spcPct val="80000"/>
              </a:lnSpc>
              <a:spcBef>
                <a:spcPts val="0"/>
              </a:spcBef>
              <a:spcAft>
                <a:spcPts val="0"/>
              </a:spcAft>
              <a:buClr>
                <a:schemeClr val="dk1"/>
              </a:buClr>
              <a:buSzPts val="1400"/>
              <a:buNone/>
              <a:defRPr sz="1800">
                <a:solidFill>
                  <a:schemeClr val="dk1"/>
                </a:solidFill>
              </a:defRPr>
            </a:lvl6pPr>
            <a:lvl7pPr lvl="6" algn="ctr">
              <a:lnSpc>
                <a:spcPct val="80000"/>
              </a:lnSpc>
              <a:spcBef>
                <a:spcPts val="0"/>
              </a:spcBef>
              <a:spcAft>
                <a:spcPts val="0"/>
              </a:spcAft>
              <a:buClr>
                <a:schemeClr val="dk1"/>
              </a:buClr>
              <a:buSzPts val="1400"/>
              <a:buNone/>
              <a:defRPr sz="1800">
                <a:solidFill>
                  <a:schemeClr val="dk1"/>
                </a:solidFill>
              </a:defRPr>
            </a:lvl7pPr>
            <a:lvl8pPr lvl="7" algn="ctr">
              <a:lnSpc>
                <a:spcPct val="80000"/>
              </a:lnSpc>
              <a:spcBef>
                <a:spcPts val="0"/>
              </a:spcBef>
              <a:spcAft>
                <a:spcPts val="0"/>
              </a:spcAft>
              <a:buClr>
                <a:schemeClr val="dk1"/>
              </a:buClr>
              <a:buSzPts val="1400"/>
              <a:buNone/>
              <a:defRPr sz="1800">
                <a:solidFill>
                  <a:schemeClr val="dk1"/>
                </a:solidFill>
              </a:defRPr>
            </a:lvl8pPr>
            <a:lvl9pPr lvl="8" algn="ctr">
              <a:lnSpc>
                <a:spcPct val="80000"/>
              </a:lnSpc>
              <a:spcBef>
                <a:spcPts val="0"/>
              </a:spcBef>
              <a:spcAft>
                <a:spcPts val="0"/>
              </a:spcAft>
              <a:buClr>
                <a:schemeClr val="dk1"/>
              </a:buClr>
              <a:buSzPts val="1400"/>
              <a:buNone/>
              <a:defRPr sz="1800">
                <a:solidFill>
                  <a:schemeClr val="dk1"/>
                </a:solidFill>
              </a:defRPr>
            </a:lvl9pPr>
          </a:lstStyle>
          <a:p>
            <a:endParaRPr/>
          </a:p>
        </p:txBody>
      </p:sp>
      <p:sp>
        <p:nvSpPr>
          <p:cNvPr id="57" name="Google Shape;57;p9"/>
          <p:cNvSpPr txBox="1">
            <a:spLocks noGrp="1"/>
          </p:cNvSpPr>
          <p:nvPr>
            <p:ph type="body" idx="1"/>
          </p:nvPr>
        </p:nvSpPr>
        <p:spPr>
          <a:xfrm>
            <a:off x="10982425" y="3778275"/>
            <a:ext cx="5012400" cy="29052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SzPts val="2000"/>
              <a:buFont typeface="Inter"/>
              <a:buChar char="•"/>
              <a:defRPr sz="2000" i="0" u="none" strike="noStrike" cap="none">
                <a:latin typeface="Inter"/>
                <a:ea typeface="Inter"/>
                <a:cs typeface="Inter"/>
                <a:sym typeface="Inter"/>
              </a:defRPr>
            </a:lvl1pPr>
            <a:lvl2pPr marL="914400" marR="0" lvl="1" indent="-355600" algn="l">
              <a:spcBef>
                <a:spcPts val="560"/>
              </a:spcBef>
              <a:spcAft>
                <a:spcPts val="0"/>
              </a:spcAft>
              <a:buSzPts val="2000"/>
              <a:buFont typeface="Inter"/>
              <a:buChar char="–"/>
              <a:defRPr sz="2000" i="0" u="none" strike="noStrike" cap="none">
                <a:latin typeface="Inter"/>
                <a:ea typeface="Inter"/>
                <a:cs typeface="Inter"/>
                <a:sym typeface="Inter"/>
              </a:defRPr>
            </a:lvl2pPr>
            <a:lvl3pPr marL="1371600" marR="0" lvl="2" indent="-355600" algn="l">
              <a:spcBef>
                <a:spcPts val="480"/>
              </a:spcBef>
              <a:spcAft>
                <a:spcPts val="0"/>
              </a:spcAft>
              <a:buSzPts val="2000"/>
              <a:buFont typeface="Inter"/>
              <a:buChar char="•"/>
              <a:defRPr sz="2000" i="0" u="none" strike="noStrike" cap="none">
                <a:latin typeface="Inter"/>
                <a:ea typeface="Inter"/>
                <a:cs typeface="Inter"/>
                <a:sym typeface="Inter"/>
              </a:defRPr>
            </a:lvl3pPr>
            <a:lvl4pPr marL="1828800" marR="0" lvl="3" indent="-355600" algn="l">
              <a:spcBef>
                <a:spcPts val="400"/>
              </a:spcBef>
              <a:spcAft>
                <a:spcPts val="0"/>
              </a:spcAft>
              <a:buSzPts val="2000"/>
              <a:buFont typeface="Inter"/>
              <a:buChar char="–"/>
              <a:defRPr sz="2000" i="0" u="none" strike="noStrike" cap="none">
                <a:latin typeface="Inter"/>
                <a:ea typeface="Inter"/>
                <a:cs typeface="Inter"/>
                <a:sym typeface="Inter"/>
              </a:defRPr>
            </a:lvl4pPr>
            <a:lvl5pPr marL="2286000" marR="0" lvl="4" indent="-355600" algn="l">
              <a:spcBef>
                <a:spcPts val="400"/>
              </a:spcBef>
              <a:spcAft>
                <a:spcPts val="0"/>
              </a:spcAft>
              <a:buSzPts val="2000"/>
              <a:buFont typeface="Inter"/>
              <a:buChar char="»"/>
              <a:defRPr sz="2000" i="0" u="none" strike="noStrike" cap="none">
                <a:latin typeface="Inter"/>
                <a:ea typeface="Inter"/>
                <a:cs typeface="Inter"/>
                <a:sym typeface="Inter"/>
              </a:defRPr>
            </a:lvl5pPr>
            <a:lvl6pPr marL="2743200" marR="0" lvl="5" indent="-355600" algn="l">
              <a:spcBef>
                <a:spcPts val="400"/>
              </a:spcBef>
              <a:spcAft>
                <a:spcPts val="0"/>
              </a:spcAft>
              <a:buSzPts val="2000"/>
              <a:buFont typeface="Inter"/>
              <a:buChar char="•"/>
              <a:defRPr sz="2000" i="0" u="none" strike="noStrike" cap="none">
                <a:latin typeface="Inter"/>
                <a:ea typeface="Inter"/>
                <a:cs typeface="Inter"/>
                <a:sym typeface="Inter"/>
              </a:defRPr>
            </a:lvl6pPr>
            <a:lvl7pPr marL="3200400" marR="0" lvl="6" indent="-355600" algn="l">
              <a:spcBef>
                <a:spcPts val="400"/>
              </a:spcBef>
              <a:spcAft>
                <a:spcPts val="0"/>
              </a:spcAft>
              <a:buSzPts val="2000"/>
              <a:buFont typeface="Inter"/>
              <a:buChar char="•"/>
              <a:defRPr sz="2000" i="0" u="none" strike="noStrike" cap="none">
                <a:latin typeface="Inter"/>
                <a:ea typeface="Inter"/>
                <a:cs typeface="Inter"/>
                <a:sym typeface="Inter"/>
              </a:defRPr>
            </a:lvl7pPr>
            <a:lvl8pPr marL="3657600" marR="0" lvl="7" indent="-355600" algn="l">
              <a:spcBef>
                <a:spcPts val="400"/>
              </a:spcBef>
              <a:spcAft>
                <a:spcPts val="0"/>
              </a:spcAft>
              <a:buSzPts val="2000"/>
              <a:buFont typeface="Inter"/>
              <a:buChar char="•"/>
              <a:defRPr sz="2000" i="0" u="none" strike="noStrike" cap="none">
                <a:latin typeface="Inter"/>
                <a:ea typeface="Inter"/>
                <a:cs typeface="Inter"/>
                <a:sym typeface="Inter"/>
              </a:defRPr>
            </a:lvl8pPr>
            <a:lvl9pPr marL="4114800" marR="0" lvl="8" indent="-355600" algn="l">
              <a:spcBef>
                <a:spcPts val="400"/>
              </a:spcBef>
              <a:spcAft>
                <a:spcPts val="0"/>
              </a:spcAft>
              <a:buSzPts val="2000"/>
              <a:buFont typeface="Inter"/>
              <a:buChar char="•"/>
              <a:defRPr sz="2000" i="0" u="none" strike="noStrike" cap="none">
                <a:latin typeface="Inter"/>
                <a:ea typeface="Inter"/>
                <a:cs typeface="Inter"/>
                <a:sym typeface="Inte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8"/>
        <p:cNvGrpSpPr/>
        <p:nvPr/>
      </p:nvGrpSpPr>
      <p:grpSpPr>
        <a:xfrm>
          <a:off x="0" y="0"/>
          <a:ext cx="0" cy="0"/>
          <a:chOff x="0" y="0"/>
          <a:chExt cx="0" cy="0"/>
        </a:xfrm>
      </p:grpSpPr>
      <p:grpSp>
        <p:nvGrpSpPr>
          <p:cNvPr id="59" name="Google Shape;59;p10"/>
          <p:cNvGrpSpPr/>
          <p:nvPr/>
        </p:nvGrpSpPr>
        <p:grpSpPr>
          <a:xfrm rot="5400000">
            <a:off x="8987605" y="270730"/>
            <a:ext cx="1029933" cy="19005074"/>
            <a:chOff x="0" y="-47625"/>
            <a:chExt cx="68400" cy="1262175"/>
          </a:xfrm>
        </p:grpSpPr>
        <p:sp>
          <p:nvSpPr>
            <p:cNvPr id="60" name="Google Shape;60;p10"/>
            <p:cNvSpPr/>
            <p:nvPr/>
          </p:nvSpPr>
          <p:spPr>
            <a:xfrm>
              <a:off x="0" y="0"/>
              <a:ext cx="68318" cy="1214550"/>
            </a:xfrm>
            <a:custGeom>
              <a:avLst/>
              <a:gdLst/>
              <a:ahLst/>
              <a:cxnLst/>
              <a:rect l="l" t="t" r="r" b="b"/>
              <a:pathLst>
                <a:path w="68318" h="1214550" extrusionOk="0">
                  <a:moveTo>
                    <a:pt x="0" y="0"/>
                  </a:moveTo>
                  <a:lnTo>
                    <a:pt x="68318" y="0"/>
                  </a:lnTo>
                  <a:lnTo>
                    <a:pt x="68318" y="1214550"/>
                  </a:lnTo>
                  <a:lnTo>
                    <a:pt x="0" y="1214550"/>
                  </a:lnTo>
                  <a:close/>
                </a:path>
              </a:pathLst>
            </a:custGeom>
            <a:gradFill>
              <a:gsLst>
                <a:gs pos="0">
                  <a:srgbClr val="C6DB63"/>
                </a:gs>
                <a:gs pos="50000">
                  <a:srgbClr val="FBFFE7"/>
                </a:gs>
                <a:gs pos="100000">
                  <a:srgbClr val="B7D0DD"/>
                </a:gs>
              </a:gsLst>
              <a:lin ang="5400012" scaled="0"/>
            </a:gradFill>
            <a:ln>
              <a:noFill/>
            </a:ln>
          </p:spPr>
        </p:sp>
        <p:sp>
          <p:nvSpPr>
            <p:cNvPr id="61" name="Google Shape;61;p10"/>
            <p:cNvSpPr txBox="1"/>
            <p:nvPr/>
          </p:nvSpPr>
          <p:spPr>
            <a:xfrm>
              <a:off x="0" y="-47625"/>
              <a:ext cx="68400" cy="12621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2" name="Google Shape;62;p10"/>
          <p:cNvSpPr txBox="1">
            <a:spLocks noGrp="1"/>
          </p:cNvSpPr>
          <p:nvPr>
            <p:ph type="title"/>
          </p:nvPr>
        </p:nvSpPr>
        <p:spPr>
          <a:xfrm>
            <a:off x="1171550" y="953346"/>
            <a:ext cx="8229600" cy="806100"/>
          </a:xfrm>
          <a:prstGeom prst="rect">
            <a:avLst/>
          </a:prstGeom>
          <a:noFill/>
          <a:ln>
            <a:noFill/>
          </a:ln>
        </p:spPr>
        <p:txBody>
          <a:bodyPr spcFirstLastPara="1" wrap="square" lIns="91425" tIns="45700" rIns="91425" bIns="45700" anchor="t" anchorCtr="0">
            <a:spAutoFit/>
          </a:bodyPr>
          <a:lstStyle>
            <a:lvl1pPr marR="0" lvl="0">
              <a:lnSpc>
                <a:spcPct val="80000"/>
              </a:lnSpc>
              <a:spcBef>
                <a:spcPts val="0"/>
              </a:spcBef>
              <a:spcAft>
                <a:spcPts val="0"/>
              </a:spcAft>
              <a:buSzPts val="6000"/>
              <a:buFont typeface="Raleway"/>
              <a:buNone/>
              <a:defRPr sz="6000" i="0" u="none" strike="noStrike" cap="none">
                <a:latin typeface="Raleway"/>
                <a:ea typeface="Raleway"/>
                <a:cs typeface="Raleway"/>
                <a:sym typeface="Raleway"/>
              </a:defRPr>
            </a:lvl1pPr>
            <a:lvl2pPr lvl="1">
              <a:lnSpc>
                <a:spcPct val="80000"/>
              </a:lnSpc>
              <a:spcBef>
                <a:spcPts val="0"/>
              </a:spcBef>
              <a:spcAft>
                <a:spcPts val="0"/>
              </a:spcAft>
              <a:buClr>
                <a:schemeClr val="dk1"/>
              </a:buClr>
              <a:buSzPts val="1400"/>
              <a:buNone/>
              <a:defRPr sz="1800">
                <a:solidFill>
                  <a:schemeClr val="dk1"/>
                </a:solidFill>
              </a:defRPr>
            </a:lvl2pPr>
            <a:lvl3pPr lvl="2">
              <a:lnSpc>
                <a:spcPct val="80000"/>
              </a:lnSpc>
              <a:spcBef>
                <a:spcPts val="0"/>
              </a:spcBef>
              <a:spcAft>
                <a:spcPts val="0"/>
              </a:spcAft>
              <a:buClr>
                <a:schemeClr val="dk1"/>
              </a:buClr>
              <a:buSzPts val="1400"/>
              <a:buNone/>
              <a:defRPr sz="1800">
                <a:solidFill>
                  <a:schemeClr val="dk1"/>
                </a:solidFill>
              </a:defRPr>
            </a:lvl3pPr>
            <a:lvl4pPr lvl="3">
              <a:lnSpc>
                <a:spcPct val="80000"/>
              </a:lnSpc>
              <a:spcBef>
                <a:spcPts val="0"/>
              </a:spcBef>
              <a:spcAft>
                <a:spcPts val="0"/>
              </a:spcAft>
              <a:buClr>
                <a:schemeClr val="dk1"/>
              </a:buClr>
              <a:buSzPts val="1400"/>
              <a:buNone/>
              <a:defRPr sz="1800">
                <a:solidFill>
                  <a:schemeClr val="dk1"/>
                </a:solidFill>
              </a:defRPr>
            </a:lvl4pPr>
            <a:lvl5pPr lvl="4">
              <a:lnSpc>
                <a:spcPct val="80000"/>
              </a:lnSpc>
              <a:spcBef>
                <a:spcPts val="0"/>
              </a:spcBef>
              <a:spcAft>
                <a:spcPts val="0"/>
              </a:spcAft>
              <a:buClr>
                <a:schemeClr val="dk1"/>
              </a:buClr>
              <a:buSzPts val="1400"/>
              <a:buNone/>
              <a:defRPr sz="1800">
                <a:solidFill>
                  <a:schemeClr val="dk1"/>
                </a:solidFill>
              </a:defRPr>
            </a:lvl5pPr>
            <a:lvl6pPr lvl="5">
              <a:lnSpc>
                <a:spcPct val="80000"/>
              </a:lnSpc>
              <a:spcBef>
                <a:spcPts val="0"/>
              </a:spcBef>
              <a:spcAft>
                <a:spcPts val="0"/>
              </a:spcAft>
              <a:buClr>
                <a:schemeClr val="dk1"/>
              </a:buClr>
              <a:buSzPts val="1400"/>
              <a:buNone/>
              <a:defRPr sz="1800">
                <a:solidFill>
                  <a:schemeClr val="dk1"/>
                </a:solidFill>
              </a:defRPr>
            </a:lvl6pPr>
            <a:lvl7pPr lvl="6">
              <a:lnSpc>
                <a:spcPct val="80000"/>
              </a:lnSpc>
              <a:spcBef>
                <a:spcPts val="0"/>
              </a:spcBef>
              <a:spcAft>
                <a:spcPts val="0"/>
              </a:spcAft>
              <a:buClr>
                <a:schemeClr val="dk1"/>
              </a:buClr>
              <a:buSzPts val="1400"/>
              <a:buNone/>
              <a:defRPr sz="1800">
                <a:solidFill>
                  <a:schemeClr val="dk1"/>
                </a:solidFill>
              </a:defRPr>
            </a:lvl7pPr>
            <a:lvl8pPr lvl="7">
              <a:lnSpc>
                <a:spcPct val="80000"/>
              </a:lnSpc>
              <a:spcBef>
                <a:spcPts val="0"/>
              </a:spcBef>
              <a:spcAft>
                <a:spcPts val="0"/>
              </a:spcAft>
              <a:buClr>
                <a:schemeClr val="dk1"/>
              </a:buClr>
              <a:buSzPts val="1400"/>
              <a:buNone/>
              <a:defRPr sz="1800">
                <a:solidFill>
                  <a:schemeClr val="dk1"/>
                </a:solidFill>
              </a:defRPr>
            </a:lvl8pPr>
            <a:lvl9pPr lvl="8">
              <a:lnSpc>
                <a:spcPct val="80000"/>
              </a:lnSpc>
              <a:spcBef>
                <a:spcPts val="0"/>
              </a:spcBef>
              <a:spcAft>
                <a:spcPts val="0"/>
              </a:spcAft>
              <a:buClr>
                <a:schemeClr val="dk1"/>
              </a:buClr>
              <a:buSzPts val="1400"/>
              <a:buNone/>
              <a:defRPr sz="1800">
                <a:solidFill>
                  <a:schemeClr val="dk1"/>
                </a:solidFill>
              </a:defRPr>
            </a:lvl9pPr>
          </a:lstStyle>
          <a:p>
            <a:endParaRPr/>
          </a:p>
        </p:txBody>
      </p:sp>
      <p:sp>
        <p:nvSpPr>
          <p:cNvPr id="63" name="Google Shape;63;p10"/>
          <p:cNvSpPr txBox="1">
            <a:spLocks noGrp="1"/>
          </p:cNvSpPr>
          <p:nvPr>
            <p:ph type="body" idx="1"/>
          </p:nvPr>
        </p:nvSpPr>
        <p:spPr>
          <a:xfrm>
            <a:off x="1171550" y="2910520"/>
            <a:ext cx="8972700" cy="40587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SzPts val="2000"/>
              <a:buFont typeface="Inter"/>
              <a:buChar char="•"/>
              <a:defRPr sz="2000" i="0" u="none" strike="noStrike" cap="none">
                <a:latin typeface="Inter"/>
                <a:ea typeface="Inter"/>
                <a:cs typeface="Inter"/>
                <a:sym typeface="Inter"/>
              </a:defRPr>
            </a:lvl1pPr>
            <a:lvl2pPr marL="914400" marR="0" lvl="1" indent="-355600" algn="l">
              <a:spcBef>
                <a:spcPts val="560"/>
              </a:spcBef>
              <a:spcAft>
                <a:spcPts val="0"/>
              </a:spcAft>
              <a:buSzPts val="2000"/>
              <a:buFont typeface="Inter"/>
              <a:buChar char="–"/>
              <a:defRPr sz="2000" i="0" u="none" strike="noStrike" cap="none">
                <a:latin typeface="Inter"/>
                <a:ea typeface="Inter"/>
                <a:cs typeface="Inter"/>
                <a:sym typeface="Inter"/>
              </a:defRPr>
            </a:lvl2pPr>
            <a:lvl3pPr marL="1371600" marR="0" lvl="2" indent="-355600" algn="l">
              <a:spcBef>
                <a:spcPts val="480"/>
              </a:spcBef>
              <a:spcAft>
                <a:spcPts val="0"/>
              </a:spcAft>
              <a:buSzPts val="2000"/>
              <a:buFont typeface="Inter"/>
              <a:buChar char="•"/>
              <a:defRPr sz="2000" i="0" u="none" strike="noStrike" cap="none">
                <a:latin typeface="Inter"/>
                <a:ea typeface="Inter"/>
                <a:cs typeface="Inter"/>
                <a:sym typeface="Inter"/>
              </a:defRPr>
            </a:lvl3pPr>
            <a:lvl4pPr marL="1828800" marR="0" lvl="3" indent="-355600" algn="l">
              <a:spcBef>
                <a:spcPts val="400"/>
              </a:spcBef>
              <a:spcAft>
                <a:spcPts val="0"/>
              </a:spcAft>
              <a:buSzPts val="2000"/>
              <a:buFont typeface="Inter"/>
              <a:buChar char="–"/>
              <a:defRPr sz="2000" i="0" u="none" strike="noStrike" cap="none">
                <a:latin typeface="Inter"/>
                <a:ea typeface="Inter"/>
                <a:cs typeface="Inter"/>
                <a:sym typeface="Inter"/>
              </a:defRPr>
            </a:lvl4pPr>
            <a:lvl5pPr marL="2286000" marR="0" lvl="4" indent="-355600" algn="l">
              <a:spcBef>
                <a:spcPts val="400"/>
              </a:spcBef>
              <a:spcAft>
                <a:spcPts val="0"/>
              </a:spcAft>
              <a:buSzPts val="2000"/>
              <a:buFont typeface="Inter"/>
              <a:buChar char="»"/>
              <a:defRPr sz="2000" i="0" u="none" strike="noStrike" cap="none">
                <a:latin typeface="Inter"/>
                <a:ea typeface="Inter"/>
                <a:cs typeface="Inter"/>
                <a:sym typeface="Inter"/>
              </a:defRPr>
            </a:lvl5pPr>
            <a:lvl6pPr marL="2743200" marR="0" lvl="5" indent="-355600" algn="l">
              <a:spcBef>
                <a:spcPts val="400"/>
              </a:spcBef>
              <a:spcAft>
                <a:spcPts val="0"/>
              </a:spcAft>
              <a:buSzPts val="2000"/>
              <a:buFont typeface="Inter"/>
              <a:buChar char="•"/>
              <a:defRPr sz="2000" i="0" u="none" strike="noStrike" cap="none">
                <a:latin typeface="Inter"/>
                <a:ea typeface="Inter"/>
                <a:cs typeface="Inter"/>
                <a:sym typeface="Inter"/>
              </a:defRPr>
            </a:lvl6pPr>
            <a:lvl7pPr marL="3200400" marR="0" lvl="6" indent="-355600" algn="l">
              <a:spcBef>
                <a:spcPts val="400"/>
              </a:spcBef>
              <a:spcAft>
                <a:spcPts val="0"/>
              </a:spcAft>
              <a:buSzPts val="2000"/>
              <a:buFont typeface="Inter"/>
              <a:buChar char="•"/>
              <a:defRPr sz="2000" i="0" u="none" strike="noStrike" cap="none">
                <a:latin typeface="Inter"/>
                <a:ea typeface="Inter"/>
                <a:cs typeface="Inter"/>
                <a:sym typeface="Inter"/>
              </a:defRPr>
            </a:lvl7pPr>
            <a:lvl8pPr marL="3657600" marR="0" lvl="7" indent="-355600" algn="l">
              <a:spcBef>
                <a:spcPts val="400"/>
              </a:spcBef>
              <a:spcAft>
                <a:spcPts val="0"/>
              </a:spcAft>
              <a:buSzPts val="2000"/>
              <a:buFont typeface="Inter"/>
              <a:buChar char="•"/>
              <a:defRPr sz="2000" i="0" u="none" strike="noStrike" cap="none">
                <a:latin typeface="Inter"/>
                <a:ea typeface="Inter"/>
                <a:cs typeface="Inter"/>
                <a:sym typeface="Inter"/>
              </a:defRPr>
            </a:lvl8pPr>
            <a:lvl9pPr marL="4114800" marR="0" lvl="8" indent="-355600" algn="l">
              <a:spcBef>
                <a:spcPts val="400"/>
              </a:spcBef>
              <a:spcAft>
                <a:spcPts val="0"/>
              </a:spcAft>
              <a:buSzPts val="2000"/>
              <a:buFont typeface="Inter"/>
              <a:buChar char="•"/>
              <a:defRPr sz="2000" i="0" u="none" strike="noStrike" cap="none">
                <a:latin typeface="Inter"/>
                <a:ea typeface="Inter"/>
                <a:cs typeface="Inter"/>
                <a:sym typeface="Inte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bg>
      <p:bgPr>
        <a:solidFill>
          <a:schemeClr val="dk1"/>
        </a:solidFill>
        <a:effectLst/>
      </p:bgPr>
    </p:bg>
    <p:spTree>
      <p:nvGrpSpPr>
        <p:cNvPr id="1" name="Shape 64"/>
        <p:cNvGrpSpPr/>
        <p:nvPr/>
      </p:nvGrpSpPr>
      <p:grpSpPr>
        <a:xfrm>
          <a:off x="0" y="0"/>
          <a:ext cx="0" cy="0"/>
          <a:chOff x="0" y="0"/>
          <a:chExt cx="0" cy="0"/>
        </a:xfrm>
      </p:grpSpPr>
      <p:grpSp>
        <p:nvGrpSpPr>
          <p:cNvPr id="65" name="Google Shape;65;p11"/>
          <p:cNvGrpSpPr/>
          <p:nvPr/>
        </p:nvGrpSpPr>
        <p:grpSpPr>
          <a:xfrm>
            <a:off x="0" y="-717109"/>
            <a:ext cx="1029933" cy="11004083"/>
            <a:chOff x="0" y="-47625"/>
            <a:chExt cx="68400" cy="730809"/>
          </a:xfrm>
        </p:grpSpPr>
        <p:sp>
          <p:nvSpPr>
            <p:cNvPr id="66" name="Google Shape;66;p11"/>
            <p:cNvSpPr/>
            <p:nvPr/>
          </p:nvSpPr>
          <p:spPr>
            <a:xfrm>
              <a:off x="0" y="0"/>
              <a:ext cx="68318" cy="683184"/>
            </a:xfrm>
            <a:custGeom>
              <a:avLst/>
              <a:gdLst/>
              <a:ahLst/>
              <a:cxnLst/>
              <a:rect l="l" t="t" r="r" b="b"/>
              <a:pathLst>
                <a:path w="68318" h="683184" extrusionOk="0">
                  <a:moveTo>
                    <a:pt x="0" y="0"/>
                  </a:moveTo>
                  <a:lnTo>
                    <a:pt x="68318" y="0"/>
                  </a:lnTo>
                  <a:lnTo>
                    <a:pt x="68318" y="683184"/>
                  </a:lnTo>
                  <a:lnTo>
                    <a:pt x="0" y="683184"/>
                  </a:lnTo>
                  <a:close/>
                </a:path>
              </a:pathLst>
            </a:custGeom>
            <a:gradFill>
              <a:gsLst>
                <a:gs pos="0">
                  <a:srgbClr val="C6DB63"/>
                </a:gs>
                <a:gs pos="50000">
                  <a:srgbClr val="FBFFE7"/>
                </a:gs>
                <a:gs pos="100000">
                  <a:srgbClr val="B7D0DD"/>
                </a:gs>
              </a:gsLst>
              <a:lin ang="5400012" scaled="0"/>
            </a:gradFill>
            <a:ln>
              <a:noFill/>
            </a:ln>
          </p:spPr>
        </p:sp>
        <p:sp>
          <p:nvSpPr>
            <p:cNvPr id="67" name="Google Shape;67;p11"/>
            <p:cNvSpPr txBox="1"/>
            <p:nvPr/>
          </p:nvSpPr>
          <p:spPr>
            <a:xfrm>
              <a:off x="0" y="-47625"/>
              <a:ext cx="68400" cy="7308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8" name="Google Shape;68;p11"/>
          <p:cNvSpPr>
            <a:spLocks noGrp="1"/>
          </p:cNvSpPr>
          <p:nvPr>
            <p:ph type="pic" idx="2"/>
          </p:nvPr>
        </p:nvSpPr>
        <p:spPr>
          <a:xfrm>
            <a:off x="1029925" y="4433100"/>
            <a:ext cx="17258100" cy="5853900"/>
          </a:xfrm>
          <a:prstGeom prst="rect">
            <a:avLst/>
          </a:prstGeom>
          <a:noFill/>
          <a:ln>
            <a:noFill/>
          </a:ln>
        </p:spPr>
      </p:sp>
      <p:sp>
        <p:nvSpPr>
          <p:cNvPr id="69" name="Google Shape;69;p11"/>
          <p:cNvSpPr txBox="1">
            <a:spLocks noGrp="1"/>
          </p:cNvSpPr>
          <p:nvPr>
            <p:ph type="title"/>
          </p:nvPr>
        </p:nvSpPr>
        <p:spPr>
          <a:xfrm>
            <a:off x="1743100" y="963325"/>
            <a:ext cx="5293500" cy="2796300"/>
          </a:xfrm>
          <a:prstGeom prst="rect">
            <a:avLst/>
          </a:prstGeom>
          <a:noFill/>
          <a:ln>
            <a:noFill/>
          </a:ln>
        </p:spPr>
        <p:txBody>
          <a:bodyPr spcFirstLastPara="1" wrap="square" lIns="91425" tIns="45700" rIns="91425" bIns="45700" anchor="t" anchorCtr="0">
            <a:spAutoFit/>
          </a:bodyPr>
          <a:lstStyle>
            <a:lvl1pPr marR="0" lvl="0">
              <a:lnSpc>
                <a:spcPct val="80000"/>
              </a:lnSpc>
              <a:spcBef>
                <a:spcPts val="0"/>
              </a:spcBef>
              <a:spcAft>
                <a:spcPts val="0"/>
              </a:spcAft>
              <a:buClr>
                <a:schemeClr val="lt1"/>
              </a:buClr>
              <a:buSzPts val="6000"/>
              <a:buFont typeface="Raleway"/>
              <a:buNone/>
              <a:defRPr sz="6000" i="0" u="none" strike="noStrike" cap="none">
                <a:solidFill>
                  <a:schemeClr val="lt1"/>
                </a:solidFill>
                <a:latin typeface="Raleway"/>
                <a:ea typeface="Raleway"/>
                <a:cs typeface="Raleway"/>
                <a:sym typeface="Raleway"/>
              </a:defRPr>
            </a:lvl1pPr>
            <a:lvl2pPr lvl="1" algn="ctr">
              <a:lnSpc>
                <a:spcPct val="80000"/>
              </a:lnSpc>
              <a:spcBef>
                <a:spcPts val="0"/>
              </a:spcBef>
              <a:spcAft>
                <a:spcPts val="0"/>
              </a:spcAft>
              <a:buClr>
                <a:schemeClr val="lt1"/>
              </a:buClr>
              <a:buSzPts val="1400"/>
              <a:buNone/>
              <a:defRPr sz="1800">
                <a:solidFill>
                  <a:schemeClr val="lt1"/>
                </a:solidFill>
              </a:defRPr>
            </a:lvl2pPr>
            <a:lvl3pPr lvl="2" algn="ctr">
              <a:lnSpc>
                <a:spcPct val="80000"/>
              </a:lnSpc>
              <a:spcBef>
                <a:spcPts val="0"/>
              </a:spcBef>
              <a:spcAft>
                <a:spcPts val="0"/>
              </a:spcAft>
              <a:buClr>
                <a:schemeClr val="lt1"/>
              </a:buClr>
              <a:buSzPts val="1400"/>
              <a:buNone/>
              <a:defRPr sz="1800">
                <a:solidFill>
                  <a:schemeClr val="lt1"/>
                </a:solidFill>
              </a:defRPr>
            </a:lvl3pPr>
            <a:lvl4pPr lvl="3" algn="ctr">
              <a:lnSpc>
                <a:spcPct val="80000"/>
              </a:lnSpc>
              <a:spcBef>
                <a:spcPts val="0"/>
              </a:spcBef>
              <a:spcAft>
                <a:spcPts val="0"/>
              </a:spcAft>
              <a:buClr>
                <a:schemeClr val="lt1"/>
              </a:buClr>
              <a:buSzPts val="1400"/>
              <a:buNone/>
              <a:defRPr sz="1800">
                <a:solidFill>
                  <a:schemeClr val="lt1"/>
                </a:solidFill>
              </a:defRPr>
            </a:lvl4pPr>
            <a:lvl5pPr lvl="4" algn="ctr">
              <a:lnSpc>
                <a:spcPct val="80000"/>
              </a:lnSpc>
              <a:spcBef>
                <a:spcPts val="0"/>
              </a:spcBef>
              <a:spcAft>
                <a:spcPts val="0"/>
              </a:spcAft>
              <a:buClr>
                <a:schemeClr val="lt1"/>
              </a:buClr>
              <a:buSzPts val="1400"/>
              <a:buNone/>
              <a:defRPr sz="1800">
                <a:solidFill>
                  <a:schemeClr val="lt1"/>
                </a:solidFill>
              </a:defRPr>
            </a:lvl5pPr>
            <a:lvl6pPr lvl="5" algn="ctr">
              <a:lnSpc>
                <a:spcPct val="80000"/>
              </a:lnSpc>
              <a:spcBef>
                <a:spcPts val="0"/>
              </a:spcBef>
              <a:spcAft>
                <a:spcPts val="0"/>
              </a:spcAft>
              <a:buClr>
                <a:schemeClr val="lt1"/>
              </a:buClr>
              <a:buSzPts val="1400"/>
              <a:buNone/>
              <a:defRPr sz="1800">
                <a:solidFill>
                  <a:schemeClr val="lt1"/>
                </a:solidFill>
              </a:defRPr>
            </a:lvl6pPr>
            <a:lvl7pPr lvl="6" algn="ctr">
              <a:lnSpc>
                <a:spcPct val="80000"/>
              </a:lnSpc>
              <a:spcBef>
                <a:spcPts val="0"/>
              </a:spcBef>
              <a:spcAft>
                <a:spcPts val="0"/>
              </a:spcAft>
              <a:buClr>
                <a:schemeClr val="lt1"/>
              </a:buClr>
              <a:buSzPts val="1400"/>
              <a:buNone/>
              <a:defRPr sz="1800">
                <a:solidFill>
                  <a:schemeClr val="lt1"/>
                </a:solidFill>
              </a:defRPr>
            </a:lvl7pPr>
            <a:lvl8pPr lvl="7" algn="ctr">
              <a:lnSpc>
                <a:spcPct val="80000"/>
              </a:lnSpc>
              <a:spcBef>
                <a:spcPts val="0"/>
              </a:spcBef>
              <a:spcAft>
                <a:spcPts val="0"/>
              </a:spcAft>
              <a:buClr>
                <a:schemeClr val="lt1"/>
              </a:buClr>
              <a:buSzPts val="1400"/>
              <a:buNone/>
              <a:defRPr sz="1800">
                <a:solidFill>
                  <a:schemeClr val="lt1"/>
                </a:solidFill>
              </a:defRPr>
            </a:lvl8pPr>
            <a:lvl9pPr lvl="8" algn="ctr">
              <a:lnSpc>
                <a:spcPct val="80000"/>
              </a:lnSpc>
              <a:spcBef>
                <a:spcPts val="0"/>
              </a:spcBef>
              <a:spcAft>
                <a:spcPts val="0"/>
              </a:spcAft>
              <a:buClr>
                <a:schemeClr val="lt1"/>
              </a:buClr>
              <a:buSzPts val="1400"/>
              <a:buNone/>
              <a:defRPr sz="1800">
                <a:solidFill>
                  <a:schemeClr val="lt1"/>
                </a:solidFill>
              </a:defRPr>
            </a:lvl9pPr>
          </a:lstStyle>
          <a:p>
            <a:endParaRPr/>
          </a:p>
        </p:txBody>
      </p:sp>
      <p:sp>
        <p:nvSpPr>
          <p:cNvPr id="70" name="Google Shape;70;p11"/>
          <p:cNvSpPr txBox="1">
            <a:spLocks noGrp="1"/>
          </p:cNvSpPr>
          <p:nvPr>
            <p:ph type="body" idx="1"/>
          </p:nvPr>
        </p:nvSpPr>
        <p:spPr>
          <a:xfrm>
            <a:off x="12482600" y="963325"/>
            <a:ext cx="5012400" cy="27963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1pPr>
            <a:lvl2pPr marL="914400" marR="0" lvl="1" indent="-355600" algn="l">
              <a:spcBef>
                <a:spcPts val="56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2pPr>
            <a:lvl3pPr marL="1371600" marR="0" lvl="2" indent="-355600" algn="l">
              <a:spcBef>
                <a:spcPts val="48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3pPr>
            <a:lvl4pPr marL="1828800" marR="0" lvl="3"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4pPr>
            <a:lvl5pPr marL="2286000" marR="0" lvl="4"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5pPr>
            <a:lvl6pPr marL="2743200" marR="0" lvl="5"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6pPr>
            <a:lvl7pPr marL="3200400" marR="0" lvl="6"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7pPr>
            <a:lvl8pPr marL="3657600" marR="0" lvl="7"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8pPr>
            <a:lvl9pPr marL="4114800" marR="0" lvl="8" indent="-355600" algn="l">
              <a:spcBef>
                <a:spcPts val="400"/>
              </a:spcBef>
              <a:spcAft>
                <a:spcPts val="0"/>
              </a:spcAft>
              <a:buClr>
                <a:schemeClr val="lt1"/>
              </a:buClr>
              <a:buSzPts val="2000"/>
              <a:buFont typeface="Inter"/>
              <a:buChar char="•"/>
              <a:defRPr sz="2000" i="0" u="none" strike="noStrike" cap="none">
                <a:solidFill>
                  <a:schemeClr val="lt1"/>
                </a:solidFill>
                <a:latin typeface="Inter"/>
                <a:ea typeface="Inter"/>
                <a:cs typeface="Inter"/>
                <a:sym typeface="Inte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084263"/>
            <a:ext cx="8229600" cy="1143000"/>
          </a:xfrm>
          <a:prstGeom prst="rect">
            <a:avLst/>
          </a:prstGeom>
          <a:noFill/>
          <a:ln>
            <a:noFill/>
          </a:ln>
        </p:spPr>
        <p:txBody>
          <a:bodyPr spcFirstLastPara="1" wrap="square" lIns="91425" tIns="45700" rIns="91425" bIns="45700" anchor="t" anchorCtr="0">
            <a:spAutoFit/>
          </a:bodyPr>
          <a:lstStyle>
            <a:lvl1pPr marR="0" lvl="0" rtl="0">
              <a:lnSpc>
                <a:spcPct val="80000"/>
              </a:lnSpc>
              <a:spcBef>
                <a:spcPts val="0"/>
              </a:spcBef>
              <a:spcAft>
                <a:spcPts val="0"/>
              </a:spcAft>
              <a:buClr>
                <a:schemeClr val="dk1"/>
              </a:buClr>
              <a:buSzPts val="6000"/>
              <a:buFont typeface="Raleway"/>
              <a:buNone/>
              <a:defRPr sz="6000" i="0" u="none" strike="noStrike" cap="none">
                <a:solidFill>
                  <a:schemeClr val="dk1"/>
                </a:solidFill>
                <a:latin typeface="Raleway"/>
                <a:ea typeface="Raleway"/>
                <a:cs typeface="Raleway"/>
                <a:sym typeface="Raleway"/>
              </a:defRPr>
            </a:lvl1pPr>
            <a:lvl2pPr lvl="1">
              <a:lnSpc>
                <a:spcPct val="80000"/>
              </a:lnSpc>
              <a:spcBef>
                <a:spcPts val="0"/>
              </a:spcBef>
              <a:spcAft>
                <a:spcPts val="0"/>
              </a:spcAft>
              <a:buSzPts val="1400"/>
              <a:buNone/>
              <a:defRPr sz="1800"/>
            </a:lvl2pPr>
            <a:lvl3pPr lvl="2">
              <a:lnSpc>
                <a:spcPct val="80000"/>
              </a:lnSpc>
              <a:spcBef>
                <a:spcPts val="0"/>
              </a:spcBef>
              <a:spcAft>
                <a:spcPts val="0"/>
              </a:spcAft>
              <a:buSzPts val="1400"/>
              <a:buNone/>
              <a:defRPr sz="1800"/>
            </a:lvl3pPr>
            <a:lvl4pPr lvl="3">
              <a:lnSpc>
                <a:spcPct val="80000"/>
              </a:lnSpc>
              <a:spcBef>
                <a:spcPts val="0"/>
              </a:spcBef>
              <a:spcAft>
                <a:spcPts val="0"/>
              </a:spcAft>
              <a:buSzPts val="1400"/>
              <a:buNone/>
              <a:defRPr sz="1800"/>
            </a:lvl4pPr>
            <a:lvl5pPr lvl="4">
              <a:lnSpc>
                <a:spcPct val="80000"/>
              </a:lnSpc>
              <a:spcBef>
                <a:spcPts val="0"/>
              </a:spcBef>
              <a:spcAft>
                <a:spcPts val="0"/>
              </a:spcAft>
              <a:buSzPts val="1400"/>
              <a:buNone/>
              <a:defRPr sz="1800"/>
            </a:lvl5pPr>
            <a:lvl6pPr lvl="5">
              <a:lnSpc>
                <a:spcPct val="80000"/>
              </a:lnSpc>
              <a:spcBef>
                <a:spcPts val="0"/>
              </a:spcBef>
              <a:spcAft>
                <a:spcPts val="0"/>
              </a:spcAft>
              <a:buSzPts val="1400"/>
              <a:buNone/>
              <a:defRPr sz="1800"/>
            </a:lvl6pPr>
            <a:lvl7pPr lvl="6">
              <a:lnSpc>
                <a:spcPct val="80000"/>
              </a:lnSpc>
              <a:spcBef>
                <a:spcPts val="0"/>
              </a:spcBef>
              <a:spcAft>
                <a:spcPts val="0"/>
              </a:spcAft>
              <a:buSzPts val="1400"/>
              <a:buNone/>
              <a:defRPr sz="1800"/>
            </a:lvl7pPr>
            <a:lvl8pPr lvl="7">
              <a:lnSpc>
                <a:spcPct val="80000"/>
              </a:lnSpc>
              <a:spcBef>
                <a:spcPts val="0"/>
              </a:spcBef>
              <a:spcAft>
                <a:spcPts val="0"/>
              </a:spcAft>
              <a:buSzPts val="1400"/>
              <a:buNone/>
              <a:defRPr sz="1800"/>
            </a:lvl8pPr>
            <a:lvl9pPr lvl="8">
              <a:lnSpc>
                <a:spcPct val="80000"/>
              </a:lnSpc>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2880450"/>
            <a:ext cx="8229600" cy="45261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64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1pPr>
            <a:lvl2pPr marL="914400" marR="0" lvl="1" indent="-355600" algn="l" rtl="0">
              <a:spcBef>
                <a:spcPts val="56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2pPr>
            <a:lvl3pPr marL="1371600" marR="0" lvl="2" indent="-355600" algn="l" rtl="0">
              <a:spcBef>
                <a:spcPts val="48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Inter"/>
              <a:buChar char="•"/>
              <a:defRPr sz="2000" i="0" u="none" strike="noStrike" cap="none">
                <a:solidFill>
                  <a:schemeClr val="dk1"/>
                </a:solidFill>
                <a:latin typeface="Inter"/>
                <a:ea typeface="Inter"/>
                <a:cs typeface="Inter"/>
                <a:sym typeface="Inter"/>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webp"/></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2"/>
          <p:cNvSpPr/>
          <p:nvPr/>
        </p:nvSpPr>
        <p:spPr>
          <a:xfrm>
            <a:off x="0" y="0"/>
            <a:ext cx="18288000" cy="8794531"/>
          </a:xfrm>
          <a:custGeom>
            <a:avLst/>
            <a:gdLst/>
            <a:ahLst/>
            <a:cxnLst/>
            <a:rect l="l" t="t" r="r" b="b"/>
            <a:pathLst>
              <a:path w="18465048" h="12019067" extrusionOk="0">
                <a:moveTo>
                  <a:pt x="0" y="0"/>
                </a:moveTo>
                <a:lnTo>
                  <a:pt x="18465048" y="0"/>
                </a:lnTo>
                <a:lnTo>
                  <a:pt x="18465048" y="12019068"/>
                </a:lnTo>
                <a:lnTo>
                  <a:pt x="0" y="12019068"/>
                </a:lnTo>
                <a:lnTo>
                  <a:pt x="0" y="0"/>
                </a:lnTo>
                <a:close/>
              </a:path>
            </a:pathLst>
          </a:custGeom>
          <a:blipFill rotWithShape="1">
            <a:blip r:embed="rId3">
              <a:alphaModFix/>
            </a:blip>
            <a:stretch>
              <a:fillRect/>
            </a:stretch>
          </a:blipFill>
          <a:ln>
            <a:noFill/>
          </a:ln>
        </p:spPr>
      </p:sp>
      <p:cxnSp>
        <p:nvCxnSpPr>
          <p:cNvPr id="76" name="Google Shape;76;p12"/>
          <p:cNvCxnSpPr/>
          <p:nvPr/>
        </p:nvCxnSpPr>
        <p:spPr>
          <a:xfrm>
            <a:off x="1028700" y="8794531"/>
            <a:ext cx="16230600" cy="0"/>
          </a:xfrm>
          <a:prstGeom prst="straightConnector1">
            <a:avLst/>
          </a:prstGeom>
          <a:noFill/>
          <a:ln w="9525" cap="flat" cmpd="sng">
            <a:solidFill>
              <a:srgbClr val="000000"/>
            </a:solidFill>
            <a:prstDash val="solid"/>
            <a:round/>
            <a:headEnd type="none" w="sm" len="sm"/>
            <a:tailEnd type="none" w="sm" len="sm"/>
          </a:ln>
        </p:spPr>
      </p:cxnSp>
      <p:sp>
        <p:nvSpPr>
          <p:cNvPr id="77" name="Google Shape;77;p12"/>
          <p:cNvSpPr txBox="1"/>
          <p:nvPr/>
        </p:nvSpPr>
        <p:spPr>
          <a:xfrm>
            <a:off x="891841" y="756104"/>
            <a:ext cx="17018668" cy="2954655"/>
          </a:xfrm>
          <a:prstGeom prst="rect">
            <a:avLst/>
          </a:prstGeom>
          <a:noFill/>
          <a:ln>
            <a:noFill/>
          </a:ln>
        </p:spPr>
        <p:txBody>
          <a:bodyPr spcFirstLastPara="1" wrap="square" lIns="0" tIns="0" rIns="0" bIns="0" anchor="t" anchorCtr="0">
            <a:spAutoFit/>
          </a:bodyPr>
          <a:lstStyle/>
          <a:p>
            <a:pPr lvl="0"/>
            <a:r>
              <a:rPr lang="en-US" sz="9600" dirty="0">
                <a:latin typeface="Times New Roman" panose="02020603050405020304" pitchFamily="18" charset="0"/>
                <a:cs typeface="Times New Roman" panose="02020603050405020304" pitchFamily="18" charset="0"/>
              </a:rPr>
              <a:t>Wireframe-Based Pothole Detection and Avoidance System</a:t>
            </a:r>
            <a:endParaRPr dirty="0"/>
          </a:p>
        </p:txBody>
      </p:sp>
      <p:sp>
        <p:nvSpPr>
          <p:cNvPr id="78" name="Google Shape;78;p12"/>
          <p:cNvSpPr txBox="1"/>
          <p:nvPr/>
        </p:nvSpPr>
        <p:spPr>
          <a:xfrm>
            <a:off x="891841" y="7652435"/>
            <a:ext cx="6382753" cy="492443"/>
          </a:xfrm>
          <a:prstGeom prst="rect">
            <a:avLst/>
          </a:prstGeom>
          <a:noFill/>
          <a:ln>
            <a:noFill/>
          </a:ln>
        </p:spPr>
        <p:txBody>
          <a:bodyPr spcFirstLastPara="1" wrap="square" lIns="0" tIns="0" rIns="0" bIns="0" anchor="t" anchorCtr="0">
            <a:spAutoFit/>
          </a:bodyPr>
          <a:lstStyle/>
          <a:p>
            <a:r>
              <a:rPr lang="en-US" sz="3200" dirty="0">
                <a:solidFill>
                  <a:schemeClr val="tx1">
                    <a:lumMod val="85000"/>
                  </a:schemeClr>
                </a:solidFill>
                <a:latin typeface="Times New Roman" panose="02020603050405020304" pitchFamily="18" charset="0"/>
                <a:cs typeface="Times New Roman" panose="02020603050405020304" pitchFamily="18" charset="0"/>
              </a:rPr>
              <a:t>Guided by: Dr SURESH KUMAR</a:t>
            </a:r>
          </a:p>
        </p:txBody>
      </p:sp>
      <p:sp>
        <p:nvSpPr>
          <p:cNvPr id="79" name="Google Shape;79;p12"/>
          <p:cNvSpPr txBox="1"/>
          <p:nvPr/>
        </p:nvSpPr>
        <p:spPr>
          <a:xfrm>
            <a:off x="891841" y="8178848"/>
            <a:ext cx="10665996" cy="492443"/>
          </a:xfrm>
          <a:prstGeom prst="rect">
            <a:avLst/>
          </a:prstGeom>
          <a:noFill/>
          <a:ln>
            <a:noFill/>
          </a:ln>
        </p:spPr>
        <p:txBody>
          <a:bodyPr spcFirstLastPara="1" wrap="square" lIns="0" tIns="0" rIns="0" bIns="0" anchor="t" anchorCtr="0">
            <a:spAutoFit/>
          </a:bodyPr>
          <a:lstStyle/>
          <a:p>
            <a:r>
              <a:rPr lang="en-US" sz="3200" dirty="0">
                <a:solidFill>
                  <a:schemeClr val="tx1">
                    <a:lumMod val="85000"/>
                  </a:schemeClr>
                </a:solidFill>
                <a:latin typeface="Times New Roman" panose="02020603050405020304" pitchFamily="18" charset="0"/>
                <a:cs typeface="Times New Roman" panose="02020603050405020304" pitchFamily="18" charset="0"/>
              </a:rPr>
              <a:t>Presented by MOHAMED B SIRAJUDDEEN (22TD0053)</a:t>
            </a:r>
          </a:p>
        </p:txBody>
      </p:sp>
      <p:sp>
        <p:nvSpPr>
          <p:cNvPr id="2" name="TextBox 1">
            <a:extLst>
              <a:ext uri="{FF2B5EF4-FFF2-40B4-BE49-F238E27FC236}">
                <a16:creationId xmlns:a16="http://schemas.microsoft.com/office/drawing/2014/main" id="{6658B387-A539-3CB7-3A2D-6D9939A424A9}"/>
              </a:ext>
            </a:extLst>
          </p:cNvPr>
          <p:cNvSpPr txBox="1"/>
          <p:nvPr/>
        </p:nvSpPr>
        <p:spPr>
          <a:xfrm>
            <a:off x="3389381" y="6510036"/>
            <a:ext cx="2622414"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BATCH - 02</a:t>
            </a:r>
            <a:endParaRPr lang="en-US" sz="2800" dirty="0"/>
          </a:p>
        </p:txBody>
      </p:sp>
      <p:pic>
        <p:nvPicPr>
          <p:cNvPr id="4" name="Picture 3">
            <a:extLst>
              <a:ext uri="{FF2B5EF4-FFF2-40B4-BE49-F238E27FC236}">
                <a16:creationId xmlns:a16="http://schemas.microsoft.com/office/drawing/2014/main" id="{559263BA-F028-B9FC-E6A9-C45412C43BF2}"/>
              </a:ext>
            </a:extLst>
          </p:cNvPr>
          <p:cNvPicPr>
            <a:picLocks noChangeAspect="1"/>
          </p:cNvPicPr>
          <p:nvPr/>
        </p:nvPicPr>
        <p:blipFill>
          <a:blip r:embed="rId4"/>
          <a:stretch>
            <a:fillRect/>
          </a:stretch>
        </p:blipFill>
        <p:spPr>
          <a:xfrm>
            <a:off x="9401175" y="3705167"/>
            <a:ext cx="8886825" cy="5000625"/>
          </a:xfrm>
          <a:prstGeom prst="rect">
            <a:avLst/>
          </a:prstGeom>
          <a:effectLst>
            <a:outerShdw blurRad="50800" dist="50800" dir="5400000" sx="1000" sy="1000" algn="ctr" rotWithShape="0">
              <a:srgbClr val="000000">
                <a:alpha val="43137"/>
              </a:srgbClr>
            </a:outerShdw>
            <a:softEdge rad="12700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sp>
        <p:nvSpPr>
          <p:cNvPr id="84" name="Google Shape;84;p13"/>
          <p:cNvSpPr/>
          <p:nvPr/>
        </p:nvSpPr>
        <p:spPr>
          <a:xfrm rot="-5400000">
            <a:off x="9764473" y="1686719"/>
            <a:ext cx="10438441" cy="6794476"/>
          </a:xfrm>
          <a:custGeom>
            <a:avLst/>
            <a:gdLst/>
            <a:ahLst/>
            <a:cxnLst/>
            <a:rect l="l" t="t" r="r" b="b"/>
            <a:pathLst>
              <a:path w="10438441" h="6794476" extrusionOk="0">
                <a:moveTo>
                  <a:pt x="0" y="0"/>
                </a:moveTo>
                <a:lnTo>
                  <a:pt x="10438441" y="0"/>
                </a:lnTo>
                <a:lnTo>
                  <a:pt x="10438441" y="6794477"/>
                </a:lnTo>
                <a:lnTo>
                  <a:pt x="0" y="6794477"/>
                </a:lnTo>
                <a:lnTo>
                  <a:pt x="0" y="0"/>
                </a:lnTo>
                <a:close/>
              </a:path>
            </a:pathLst>
          </a:custGeom>
          <a:blipFill rotWithShape="1">
            <a:blip r:embed="rId3">
              <a:alphaModFix/>
            </a:blip>
            <a:stretch>
              <a:fillRect/>
            </a:stretch>
          </a:blipFill>
          <a:ln>
            <a:noFill/>
          </a:ln>
        </p:spPr>
      </p:sp>
      <p:sp>
        <p:nvSpPr>
          <p:cNvPr id="85" name="Google Shape;85;p13"/>
          <p:cNvSpPr txBox="1"/>
          <p:nvPr/>
        </p:nvSpPr>
        <p:spPr>
          <a:xfrm>
            <a:off x="1133202" y="652880"/>
            <a:ext cx="9959635" cy="101566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6000" b="0" i="0" u="none" strike="noStrike" cap="none" dirty="0">
                <a:solidFill>
                  <a:srgbClr val="FFFFFF"/>
                </a:solidFill>
                <a:latin typeface="Raleway"/>
                <a:ea typeface="Raleway"/>
                <a:cs typeface="Raleway"/>
                <a:sym typeface="Raleway"/>
              </a:rPr>
              <a:t>Agenda</a:t>
            </a:r>
            <a:endParaRPr dirty="0"/>
          </a:p>
        </p:txBody>
      </p:sp>
      <p:sp>
        <p:nvSpPr>
          <p:cNvPr id="86" name="Google Shape;86;p13"/>
          <p:cNvSpPr txBox="1"/>
          <p:nvPr/>
        </p:nvSpPr>
        <p:spPr>
          <a:xfrm>
            <a:off x="5854516" y="2221237"/>
            <a:ext cx="997475" cy="847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500" b="0" i="0" u="none" strike="noStrike" cap="none">
                <a:solidFill>
                  <a:srgbClr val="FFFFFF"/>
                </a:solidFill>
                <a:latin typeface="Space Mono"/>
                <a:ea typeface="Space Mono"/>
                <a:cs typeface="Space Mono"/>
                <a:sym typeface="Space Mono"/>
              </a:rPr>
              <a:t>05</a:t>
            </a:r>
            <a:endParaRPr/>
          </a:p>
        </p:txBody>
      </p:sp>
      <p:sp>
        <p:nvSpPr>
          <p:cNvPr id="87" name="Google Shape;87;p13"/>
          <p:cNvSpPr txBox="1"/>
          <p:nvPr/>
        </p:nvSpPr>
        <p:spPr>
          <a:xfrm>
            <a:off x="5872405" y="4151695"/>
            <a:ext cx="1960694" cy="847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500" b="0" i="0" u="none" strike="noStrike" cap="none">
                <a:solidFill>
                  <a:srgbClr val="FFFFFF"/>
                </a:solidFill>
                <a:latin typeface="Space Mono"/>
                <a:ea typeface="Space Mono"/>
                <a:cs typeface="Space Mono"/>
                <a:sym typeface="Space Mono"/>
              </a:rPr>
              <a:t>06</a:t>
            </a:r>
            <a:endParaRPr/>
          </a:p>
        </p:txBody>
      </p:sp>
      <p:sp>
        <p:nvSpPr>
          <p:cNvPr id="88" name="Google Shape;88;p13"/>
          <p:cNvSpPr txBox="1"/>
          <p:nvPr/>
        </p:nvSpPr>
        <p:spPr>
          <a:xfrm>
            <a:off x="5854516" y="6012054"/>
            <a:ext cx="997475" cy="847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500" b="0" i="0" u="none" strike="noStrike" cap="none">
                <a:solidFill>
                  <a:srgbClr val="FFFFFF"/>
                </a:solidFill>
                <a:latin typeface="Space Mono"/>
                <a:ea typeface="Space Mono"/>
                <a:cs typeface="Space Mono"/>
                <a:sym typeface="Space Mono"/>
              </a:rPr>
              <a:t>07</a:t>
            </a:r>
            <a:endParaRPr/>
          </a:p>
        </p:txBody>
      </p:sp>
      <p:sp>
        <p:nvSpPr>
          <p:cNvPr id="89" name="Google Shape;89;p13"/>
          <p:cNvSpPr txBox="1"/>
          <p:nvPr/>
        </p:nvSpPr>
        <p:spPr>
          <a:xfrm>
            <a:off x="1028415" y="2221237"/>
            <a:ext cx="997475" cy="847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500" b="0" i="0" u="none" strike="noStrike" cap="none">
                <a:solidFill>
                  <a:srgbClr val="FFFFFF"/>
                </a:solidFill>
                <a:latin typeface="Space Mono"/>
                <a:ea typeface="Space Mono"/>
                <a:cs typeface="Space Mono"/>
                <a:sym typeface="Space Mono"/>
              </a:rPr>
              <a:t>01</a:t>
            </a:r>
            <a:endParaRPr/>
          </a:p>
        </p:txBody>
      </p:sp>
      <p:sp>
        <p:nvSpPr>
          <p:cNvPr id="90" name="Google Shape;90;p13"/>
          <p:cNvSpPr txBox="1"/>
          <p:nvPr/>
        </p:nvSpPr>
        <p:spPr>
          <a:xfrm>
            <a:off x="1028415" y="3196211"/>
            <a:ext cx="4333737" cy="466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dirty="0">
                <a:solidFill>
                  <a:srgbClr val="FFFFFF"/>
                </a:solidFill>
                <a:latin typeface="Inter"/>
                <a:ea typeface="Inter"/>
                <a:cs typeface="Inter"/>
                <a:sym typeface="Inter"/>
              </a:rPr>
              <a:t>Introduction</a:t>
            </a:r>
            <a:endParaRPr dirty="0"/>
          </a:p>
        </p:txBody>
      </p:sp>
      <p:sp>
        <p:nvSpPr>
          <p:cNvPr id="91" name="Google Shape;91;p13"/>
          <p:cNvSpPr txBox="1"/>
          <p:nvPr/>
        </p:nvSpPr>
        <p:spPr>
          <a:xfrm>
            <a:off x="5854516" y="3196211"/>
            <a:ext cx="5133819" cy="5539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dirty="0">
                <a:solidFill>
                  <a:srgbClr val="FFFFFF"/>
                </a:solidFill>
                <a:latin typeface="Inter"/>
                <a:ea typeface="Inter"/>
                <a:cs typeface="Inter"/>
                <a:sym typeface="Inter"/>
              </a:rPr>
              <a:t>Architectural Structure</a:t>
            </a:r>
            <a:endParaRPr dirty="0"/>
          </a:p>
        </p:txBody>
      </p:sp>
      <p:sp>
        <p:nvSpPr>
          <p:cNvPr id="92" name="Google Shape;92;p13"/>
          <p:cNvSpPr txBox="1"/>
          <p:nvPr/>
        </p:nvSpPr>
        <p:spPr>
          <a:xfrm>
            <a:off x="1028415" y="4151695"/>
            <a:ext cx="1863193" cy="847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500" b="0" i="0" u="none" strike="noStrike" cap="none">
                <a:solidFill>
                  <a:srgbClr val="FFFFFF"/>
                </a:solidFill>
                <a:latin typeface="Space Mono"/>
                <a:ea typeface="Space Mono"/>
                <a:cs typeface="Space Mono"/>
                <a:sym typeface="Space Mono"/>
              </a:rPr>
              <a:t>02</a:t>
            </a:r>
            <a:endParaRPr/>
          </a:p>
        </p:txBody>
      </p:sp>
      <p:sp>
        <p:nvSpPr>
          <p:cNvPr id="93" name="Google Shape;93;p13"/>
          <p:cNvSpPr txBox="1"/>
          <p:nvPr/>
        </p:nvSpPr>
        <p:spPr>
          <a:xfrm>
            <a:off x="1028415" y="5066095"/>
            <a:ext cx="4333737" cy="5539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dirty="0">
                <a:solidFill>
                  <a:srgbClr val="FFFFFF"/>
                </a:solidFill>
                <a:latin typeface="Inter"/>
                <a:ea typeface="Inter"/>
                <a:cs typeface="Inter"/>
                <a:sym typeface="Inter"/>
              </a:rPr>
              <a:t>Domain &amp; Sub-Domain</a:t>
            </a:r>
            <a:endParaRPr dirty="0"/>
          </a:p>
        </p:txBody>
      </p:sp>
      <p:sp>
        <p:nvSpPr>
          <p:cNvPr id="94" name="Google Shape;94;p13"/>
          <p:cNvSpPr txBox="1"/>
          <p:nvPr/>
        </p:nvSpPr>
        <p:spPr>
          <a:xfrm>
            <a:off x="5872405" y="5066095"/>
            <a:ext cx="5115929" cy="5539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dirty="0">
                <a:solidFill>
                  <a:srgbClr val="FFFFFF"/>
                </a:solidFill>
                <a:latin typeface="Inter"/>
                <a:ea typeface="Inter"/>
                <a:sym typeface="Inter"/>
              </a:rPr>
              <a:t>Research Survey</a:t>
            </a:r>
            <a:endParaRPr dirty="0"/>
          </a:p>
        </p:txBody>
      </p:sp>
      <p:sp>
        <p:nvSpPr>
          <p:cNvPr id="95" name="Google Shape;95;p13"/>
          <p:cNvSpPr txBox="1"/>
          <p:nvPr/>
        </p:nvSpPr>
        <p:spPr>
          <a:xfrm>
            <a:off x="1028415" y="6012054"/>
            <a:ext cx="997475" cy="847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500" b="0" i="0" u="none" strike="noStrike" cap="none">
                <a:solidFill>
                  <a:srgbClr val="FFFFFF"/>
                </a:solidFill>
                <a:latin typeface="Space Mono"/>
                <a:ea typeface="Space Mono"/>
                <a:cs typeface="Space Mono"/>
                <a:sym typeface="Space Mono"/>
              </a:rPr>
              <a:t>03</a:t>
            </a:r>
            <a:endParaRPr/>
          </a:p>
        </p:txBody>
      </p:sp>
      <p:sp>
        <p:nvSpPr>
          <p:cNvPr id="96" name="Google Shape;96;p13"/>
          <p:cNvSpPr txBox="1"/>
          <p:nvPr/>
        </p:nvSpPr>
        <p:spPr>
          <a:xfrm>
            <a:off x="1028415" y="6926454"/>
            <a:ext cx="4333737" cy="5539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dirty="0">
                <a:solidFill>
                  <a:srgbClr val="FFFFFF"/>
                </a:solidFill>
                <a:latin typeface="Inter"/>
                <a:ea typeface="Inter"/>
                <a:cs typeface="Inter"/>
                <a:sym typeface="Inter"/>
              </a:rPr>
              <a:t>Objectives</a:t>
            </a:r>
            <a:endParaRPr dirty="0"/>
          </a:p>
        </p:txBody>
      </p:sp>
      <p:sp>
        <p:nvSpPr>
          <p:cNvPr id="97" name="Google Shape;97;p13"/>
          <p:cNvSpPr txBox="1"/>
          <p:nvPr/>
        </p:nvSpPr>
        <p:spPr>
          <a:xfrm>
            <a:off x="5854516" y="6926454"/>
            <a:ext cx="5133819" cy="466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dirty="0">
                <a:solidFill>
                  <a:srgbClr val="FFFFFF"/>
                </a:solidFill>
                <a:latin typeface="Inter"/>
                <a:ea typeface="Inter"/>
                <a:cs typeface="Inter"/>
                <a:sym typeface="Inter"/>
              </a:rPr>
              <a:t>Conclusion</a:t>
            </a:r>
            <a:endParaRPr dirty="0"/>
          </a:p>
        </p:txBody>
      </p:sp>
      <p:sp>
        <p:nvSpPr>
          <p:cNvPr id="98" name="Google Shape;98;p13"/>
          <p:cNvSpPr txBox="1"/>
          <p:nvPr/>
        </p:nvSpPr>
        <p:spPr>
          <a:xfrm>
            <a:off x="1028415" y="7848600"/>
            <a:ext cx="997475" cy="847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500" b="0" i="0" u="none" strike="noStrike" cap="none">
                <a:solidFill>
                  <a:srgbClr val="FFFFFF"/>
                </a:solidFill>
                <a:latin typeface="Space Mono"/>
                <a:ea typeface="Space Mono"/>
                <a:cs typeface="Space Mono"/>
                <a:sym typeface="Space Mono"/>
              </a:rPr>
              <a:t>04</a:t>
            </a:r>
            <a:endParaRPr/>
          </a:p>
        </p:txBody>
      </p:sp>
      <p:sp>
        <p:nvSpPr>
          <p:cNvPr id="99" name="Google Shape;99;p13"/>
          <p:cNvSpPr txBox="1"/>
          <p:nvPr/>
        </p:nvSpPr>
        <p:spPr>
          <a:xfrm>
            <a:off x="1028415" y="8763000"/>
            <a:ext cx="4333737" cy="5539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dirty="0">
                <a:solidFill>
                  <a:srgbClr val="FFFFFF"/>
                </a:solidFill>
                <a:latin typeface="Inter"/>
                <a:ea typeface="Inter"/>
                <a:cs typeface="Inter"/>
                <a:sym typeface="Inter"/>
              </a:rPr>
              <a:t>Existing Work</a:t>
            </a:r>
            <a:endParaRPr dirty="0"/>
          </a:p>
        </p:txBody>
      </p:sp>
      <p:pic>
        <p:nvPicPr>
          <p:cNvPr id="3" name="Picture 2">
            <a:extLst>
              <a:ext uri="{FF2B5EF4-FFF2-40B4-BE49-F238E27FC236}">
                <a16:creationId xmlns:a16="http://schemas.microsoft.com/office/drawing/2014/main" id="{C6A1AD0B-62E5-C62A-573D-71FC09CD3B6C}"/>
              </a:ext>
            </a:extLst>
          </p:cNvPr>
          <p:cNvPicPr>
            <a:picLocks noChangeAspect="1"/>
          </p:cNvPicPr>
          <p:nvPr/>
        </p:nvPicPr>
        <p:blipFill>
          <a:blip r:embed="rId4"/>
          <a:stretch>
            <a:fillRect/>
          </a:stretch>
        </p:blipFill>
        <p:spPr>
          <a:xfrm>
            <a:off x="11711594" y="2707183"/>
            <a:ext cx="6576406" cy="3712016"/>
          </a:xfrm>
          <a:prstGeom prst="round2SameRect">
            <a:avLst>
              <a:gd name="adj1" fmla="val 50000"/>
              <a:gd name="adj2" fmla="val 0"/>
            </a:avLst>
          </a:prstGeom>
          <a:effectLst>
            <a:outerShdw blurRad="50800" dist="50800" algn="ctr" rotWithShape="0">
              <a:srgbClr val="000000">
                <a:alpha val="43137"/>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grpSp>
        <p:nvGrpSpPr>
          <p:cNvPr id="105" name="Google Shape;105;p14"/>
          <p:cNvGrpSpPr/>
          <p:nvPr/>
        </p:nvGrpSpPr>
        <p:grpSpPr>
          <a:xfrm>
            <a:off x="0" y="-180826"/>
            <a:ext cx="6061945" cy="10467826"/>
            <a:chOff x="0" y="-47625"/>
            <a:chExt cx="1596562" cy="2756958"/>
          </a:xfrm>
        </p:grpSpPr>
        <p:sp>
          <p:nvSpPr>
            <p:cNvPr id="106" name="Google Shape;106;p14"/>
            <p:cNvSpPr/>
            <p:nvPr/>
          </p:nvSpPr>
          <p:spPr>
            <a:xfrm>
              <a:off x="0" y="0"/>
              <a:ext cx="1596562" cy="2709333"/>
            </a:xfrm>
            <a:custGeom>
              <a:avLst/>
              <a:gdLst/>
              <a:ahLst/>
              <a:cxnLst/>
              <a:rect l="l" t="t" r="r" b="b"/>
              <a:pathLst>
                <a:path w="1596562" h="2709333" extrusionOk="0">
                  <a:moveTo>
                    <a:pt x="0" y="0"/>
                  </a:moveTo>
                  <a:lnTo>
                    <a:pt x="1596562" y="0"/>
                  </a:lnTo>
                  <a:lnTo>
                    <a:pt x="1596562" y="2709333"/>
                  </a:lnTo>
                  <a:lnTo>
                    <a:pt x="0" y="2709333"/>
                  </a:lnTo>
                  <a:close/>
                </a:path>
              </a:pathLst>
            </a:custGeom>
            <a:solidFill>
              <a:srgbClr val="000000"/>
            </a:solidFill>
            <a:ln>
              <a:noFill/>
            </a:ln>
          </p:spPr>
        </p:sp>
        <p:sp>
          <p:nvSpPr>
            <p:cNvPr id="107" name="Google Shape;107;p14"/>
            <p:cNvSpPr txBox="1"/>
            <p:nvPr/>
          </p:nvSpPr>
          <p:spPr>
            <a:xfrm>
              <a:off x="0" y="-47625"/>
              <a:ext cx="1596562" cy="2756958"/>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8" name="Google Shape;108;p14"/>
          <p:cNvSpPr/>
          <p:nvPr/>
        </p:nvSpPr>
        <p:spPr>
          <a:xfrm rot="10800000">
            <a:off x="11" y="19"/>
            <a:ext cx="3030967" cy="5143481"/>
          </a:xfrm>
          <a:custGeom>
            <a:avLst/>
            <a:gdLst/>
            <a:ahLst/>
            <a:cxnLst/>
            <a:rect l="l" t="t" r="r" b="b"/>
            <a:pathLst>
              <a:path w="3668563" h="6225467" extrusionOk="0">
                <a:moveTo>
                  <a:pt x="3668563" y="0"/>
                </a:moveTo>
                <a:lnTo>
                  <a:pt x="3668563" y="6225467"/>
                </a:lnTo>
                <a:cubicBezTo>
                  <a:pt x="1642474" y="6225467"/>
                  <a:pt x="0" y="4831847"/>
                  <a:pt x="0" y="3112734"/>
                </a:cubicBezTo>
                <a:cubicBezTo>
                  <a:pt x="0" y="1393620"/>
                  <a:pt x="1642474" y="0"/>
                  <a:pt x="3668563" y="0"/>
                </a:cubicBezTo>
                <a:close/>
              </a:path>
            </a:pathLst>
          </a:custGeom>
          <a:gradFill>
            <a:gsLst>
              <a:gs pos="0">
                <a:srgbClr val="C6DB63"/>
              </a:gs>
              <a:gs pos="50000">
                <a:srgbClr val="FBFFE7"/>
              </a:gs>
              <a:gs pos="100000">
                <a:srgbClr val="B7D0DD"/>
              </a:gs>
            </a:gsLst>
            <a:lin ang="5400000" scaled="0"/>
          </a:gradFill>
          <a:ln w="1270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4"/>
          <p:cNvSpPr/>
          <p:nvPr/>
        </p:nvSpPr>
        <p:spPr>
          <a:xfrm>
            <a:off x="3030978" y="5143519"/>
            <a:ext cx="3030967" cy="5143481"/>
          </a:xfrm>
          <a:custGeom>
            <a:avLst/>
            <a:gdLst/>
            <a:ahLst/>
            <a:cxnLst/>
            <a:rect l="l" t="t" r="r" b="b"/>
            <a:pathLst>
              <a:path w="3668563" h="6225467" extrusionOk="0">
                <a:moveTo>
                  <a:pt x="3668563" y="0"/>
                </a:moveTo>
                <a:lnTo>
                  <a:pt x="3668563" y="6225467"/>
                </a:lnTo>
                <a:cubicBezTo>
                  <a:pt x="1642474" y="6225467"/>
                  <a:pt x="0" y="4831847"/>
                  <a:pt x="0" y="3112734"/>
                </a:cubicBezTo>
                <a:cubicBezTo>
                  <a:pt x="0" y="1393620"/>
                  <a:pt x="1642474" y="0"/>
                  <a:pt x="3668563" y="0"/>
                </a:cubicBezTo>
                <a:close/>
              </a:path>
            </a:pathLst>
          </a:custGeom>
          <a:gradFill>
            <a:gsLst>
              <a:gs pos="0">
                <a:srgbClr val="C6DB63"/>
              </a:gs>
              <a:gs pos="50000">
                <a:srgbClr val="FBFFE7"/>
              </a:gs>
              <a:gs pos="100000">
                <a:srgbClr val="B7D0DD"/>
              </a:gs>
            </a:gsLst>
            <a:lin ang="5400000" scaled="0"/>
          </a:gradFill>
          <a:ln w="1270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4"/>
          <p:cNvSpPr txBox="1"/>
          <p:nvPr/>
        </p:nvSpPr>
        <p:spPr>
          <a:xfrm>
            <a:off x="6317017" y="114135"/>
            <a:ext cx="9152672" cy="1343025"/>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en-US" sz="8799" b="0" i="0" u="none" strike="noStrike" cap="none" dirty="0">
                <a:solidFill>
                  <a:srgbClr val="000000"/>
                </a:solidFill>
                <a:latin typeface="Raleway"/>
                <a:ea typeface="Raleway"/>
                <a:cs typeface="Raleway"/>
                <a:sym typeface="Raleway"/>
              </a:rPr>
              <a:t>Introduction</a:t>
            </a:r>
            <a:endParaRPr dirty="0"/>
          </a:p>
        </p:txBody>
      </p:sp>
      <p:sp>
        <p:nvSpPr>
          <p:cNvPr id="111" name="Google Shape;111;p14"/>
          <p:cNvSpPr txBox="1"/>
          <p:nvPr/>
        </p:nvSpPr>
        <p:spPr>
          <a:xfrm>
            <a:off x="6413863" y="1724298"/>
            <a:ext cx="8905661" cy="7325082"/>
          </a:xfrm>
          <a:prstGeom prst="rect">
            <a:avLst/>
          </a:prstGeom>
          <a:noFill/>
          <a:ln>
            <a:noFill/>
          </a:ln>
        </p:spPr>
        <p:txBody>
          <a:bodyPr spcFirstLastPara="1" wrap="square" lIns="0" tIns="0" rIns="0" bIns="0" anchor="t" anchorCtr="0">
            <a:spAutoFit/>
          </a:bodyPr>
          <a:lstStyle/>
          <a:p>
            <a:r>
              <a:rPr lang="en-US" sz="2800" dirty="0">
                <a:latin typeface="Times New Roman" panose="02020603050405020304" pitchFamily="18" charset="0"/>
                <a:cs typeface="Times New Roman" panose="02020603050405020304" pitchFamily="18" charset="0"/>
              </a:rPr>
              <a:t>Autonomous vehicles (AVs) rely on object detection and navigation systems optimized for structured and well-maintained roads.</a:t>
            </a:r>
          </a:p>
          <a:p>
            <a:r>
              <a:rPr lang="en-US" sz="2800" dirty="0">
                <a:latin typeface="Times New Roman" panose="02020603050405020304" pitchFamily="18" charset="0"/>
                <a:cs typeface="Times New Roman" panose="02020603050405020304" pitchFamily="18" charset="0"/>
              </a:rPr>
              <a:t>In countries like India, road infrastructure is often inconsistent, featuring frequent potholes, speed bumps, and surface deformities.</a:t>
            </a:r>
          </a:p>
          <a:p>
            <a:r>
              <a:rPr lang="en-US" sz="2800" dirty="0">
                <a:latin typeface="Times New Roman" panose="02020603050405020304" pitchFamily="18" charset="0"/>
                <a:cs typeface="Times New Roman" panose="02020603050405020304" pitchFamily="18" charset="0"/>
              </a:rPr>
              <a:t>Standard AV systems struggle to operate reliably in such conditions, impacting safety and ride quality.</a:t>
            </a:r>
          </a:p>
          <a:p>
            <a:r>
              <a:rPr lang="en-US" sz="2800" dirty="0">
                <a:latin typeface="Times New Roman" panose="02020603050405020304" pitchFamily="18" charset="0"/>
                <a:cs typeface="Times New Roman" panose="02020603050405020304" pitchFamily="18" charset="0"/>
              </a:rPr>
              <a:t>Surface anomalies reduce ride comfort and can be significant safety hazards.</a:t>
            </a:r>
          </a:p>
          <a:p>
            <a:r>
              <a:rPr lang="en-US" sz="2800" dirty="0">
                <a:latin typeface="Times New Roman" panose="02020603050405020304" pitchFamily="18" charset="0"/>
                <a:cs typeface="Times New Roman" panose="02020603050405020304" pitchFamily="18" charset="0"/>
              </a:rPr>
              <a:t>Conventional solutions using LiDAR and high-end sensors are expensive and not suitable for mass deployment.</a:t>
            </a:r>
          </a:p>
          <a:p>
            <a:r>
              <a:rPr lang="en-US" sz="2800" dirty="0">
                <a:latin typeface="Times New Roman" panose="02020603050405020304" pitchFamily="18" charset="0"/>
                <a:cs typeface="Times New Roman" panose="02020603050405020304" pitchFamily="18" charset="0"/>
              </a:rPr>
              <a:t>There is a pressing need for a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cost-effective, camera-based solution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capable of detecting, analyzing,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and responding to road surface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anomalies in real-time.</a:t>
            </a:r>
          </a:p>
        </p:txBody>
      </p:sp>
      <p:pic>
        <p:nvPicPr>
          <p:cNvPr id="2" name="Picture 2" descr="Deadlier than terrorism: Potholes behind 14,900 deaths across the country  in past five years">
            <a:extLst>
              <a:ext uri="{FF2B5EF4-FFF2-40B4-BE49-F238E27FC236}">
                <a16:creationId xmlns:a16="http://schemas.microsoft.com/office/drawing/2014/main" id="{ADED97D5-CC3B-6D4A-C10B-7CD8C7CC9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286" y="217025"/>
            <a:ext cx="5333832" cy="4814046"/>
          </a:xfrm>
          <a:prstGeom prst="chord">
            <a:avLst>
              <a:gd name="adj1" fmla="val 15994144"/>
              <a:gd name="adj2" fmla="val 5632548"/>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0E53939-061A-CBB4-ECFE-A347162AAF47}"/>
              </a:ext>
            </a:extLst>
          </p:cNvPr>
          <p:cNvPicPr>
            <a:picLocks noChangeAspect="1"/>
          </p:cNvPicPr>
          <p:nvPr/>
        </p:nvPicPr>
        <p:blipFill>
          <a:blip r:embed="rId4"/>
          <a:stretch>
            <a:fillRect/>
          </a:stretch>
        </p:blipFill>
        <p:spPr>
          <a:xfrm>
            <a:off x="3158509" y="5423984"/>
            <a:ext cx="5219009" cy="4582549"/>
          </a:xfrm>
          <a:prstGeom prst="chord">
            <a:avLst>
              <a:gd name="adj1" fmla="val 5138907"/>
              <a:gd name="adj2" fmla="val 16516227"/>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7"/>
        <p:cNvGrpSpPr/>
        <p:nvPr/>
      </p:nvGrpSpPr>
      <p:grpSpPr>
        <a:xfrm>
          <a:off x="0" y="0"/>
          <a:ext cx="0" cy="0"/>
          <a:chOff x="0" y="0"/>
          <a:chExt cx="0" cy="0"/>
        </a:xfrm>
      </p:grpSpPr>
      <p:sp>
        <p:nvSpPr>
          <p:cNvPr id="118" name="Google Shape;118;p15"/>
          <p:cNvSpPr/>
          <p:nvPr/>
        </p:nvSpPr>
        <p:spPr>
          <a:xfrm>
            <a:off x="-91705" y="-140888"/>
            <a:ext cx="6787607" cy="10427888"/>
          </a:xfrm>
          <a:custGeom>
            <a:avLst/>
            <a:gdLst/>
            <a:ahLst/>
            <a:cxnLst/>
            <a:rect l="l" t="t" r="r" b="b"/>
            <a:pathLst>
              <a:path w="6787607" h="10427888" extrusionOk="0">
                <a:moveTo>
                  <a:pt x="0" y="0"/>
                </a:moveTo>
                <a:lnTo>
                  <a:pt x="6787607" y="0"/>
                </a:lnTo>
                <a:lnTo>
                  <a:pt x="6787607" y="10427888"/>
                </a:lnTo>
                <a:lnTo>
                  <a:pt x="0" y="10427888"/>
                </a:lnTo>
                <a:lnTo>
                  <a:pt x="0" y="0"/>
                </a:lnTo>
                <a:close/>
              </a:path>
            </a:pathLst>
          </a:custGeom>
          <a:blipFill rotWithShape="1">
            <a:blip r:embed="rId3">
              <a:alphaModFix/>
            </a:blip>
            <a:stretch>
              <a:fillRect/>
            </a:stretch>
          </a:blipFill>
          <a:ln>
            <a:noFill/>
          </a:ln>
        </p:spPr>
      </p:sp>
      <p:sp>
        <p:nvSpPr>
          <p:cNvPr id="119" name="Google Shape;119;p15"/>
          <p:cNvSpPr txBox="1"/>
          <p:nvPr/>
        </p:nvSpPr>
        <p:spPr>
          <a:xfrm>
            <a:off x="6897511" y="113739"/>
            <a:ext cx="11820795" cy="1477328"/>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en-US" sz="8000" b="0" i="0" u="none" strike="noStrike" cap="none" dirty="0">
                <a:solidFill>
                  <a:srgbClr val="FFFFFF"/>
                </a:solidFill>
                <a:latin typeface="Raleway"/>
                <a:ea typeface="Raleway"/>
                <a:cs typeface="Raleway"/>
                <a:sym typeface="Raleway"/>
              </a:rPr>
              <a:t>Domain </a:t>
            </a:r>
            <a:r>
              <a:rPr lang="en-US" sz="8000" dirty="0">
                <a:solidFill>
                  <a:srgbClr val="FFFFFF"/>
                </a:solidFill>
                <a:latin typeface="Raleway"/>
                <a:ea typeface="Raleway"/>
                <a:cs typeface="Raleway"/>
                <a:sym typeface="Raleway"/>
              </a:rPr>
              <a:t>&amp;</a:t>
            </a:r>
            <a:r>
              <a:rPr lang="en-US" sz="8000" b="0" i="0" u="none" strike="noStrike" cap="none" dirty="0">
                <a:solidFill>
                  <a:srgbClr val="FFFFFF"/>
                </a:solidFill>
                <a:latin typeface="Raleway"/>
                <a:ea typeface="Raleway"/>
                <a:cs typeface="Raleway"/>
                <a:sym typeface="Raleway"/>
              </a:rPr>
              <a:t> Sub-Domain</a:t>
            </a:r>
            <a:endParaRPr sz="1200" dirty="0"/>
          </a:p>
        </p:txBody>
      </p:sp>
      <p:sp>
        <p:nvSpPr>
          <p:cNvPr id="120" name="Google Shape;120;p15"/>
          <p:cNvSpPr txBox="1"/>
          <p:nvPr/>
        </p:nvSpPr>
        <p:spPr>
          <a:xfrm>
            <a:off x="6897511" y="1841402"/>
            <a:ext cx="9137713" cy="6709529"/>
          </a:xfrm>
          <a:prstGeom prst="rect">
            <a:avLst/>
          </a:prstGeom>
          <a:noFill/>
          <a:ln>
            <a:noFill/>
          </a:ln>
        </p:spPr>
        <p:txBody>
          <a:bodyPr spcFirstLastPara="1" wrap="square" lIns="0" tIns="0" rIns="0" bIns="0" anchor="t" anchorCtr="0">
            <a:spAutoFit/>
          </a:bodyPr>
          <a:lstStyle/>
          <a:p>
            <a:pPr eaLnBrk="0" fontAlgn="base" hangingPunct="0">
              <a:spcBef>
                <a:spcPct val="0"/>
              </a:spcBef>
              <a:spcAft>
                <a:spcPct val="0"/>
              </a:spcAft>
              <a:buClrTx/>
            </a:pPr>
            <a:r>
              <a:rPr lang="en-US" sz="1800" b="1" u="sng" dirty="0">
                <a:solidFill>
                  <a:schemeClr val="bg1"/>
                </a:solidFill>
                <a:latin typeface="Times New Roman" panose="02020603050405020304" pitchFamily="18" charset="0"/>
                <a:cs typeface="Times New Roman" panose="02020603050405020304" pitchFamily="18" charset="0"/>
              </a:rPr>
              <a:t>Artificial Intelligence</a:t>
            </a:r>
            <a:br>
              <a:rPr lang="en-US" sz="1800" b="1" u="sng" dirty="0">
                <a:solidFill>
                  <a:schemeClr val="bg1"/>
                </a:solidFill>
                <a:latin typeface="Times New Roman" panose="02020603050405020304" pitchFamily="18" charset="0"/>
                <a:cs typeface="Times New Roman" panose="02020603050405020304" pitchFamily="18" charset="0"/>
              </a:rPr>
            </a:br>
            <a:endParaRPr lang="en-US" sz="1800" b="1" u="sng"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Focuses on building systems that mimic human intelligence.</a:t>
            </a:r>
          </a:p>
          <a:p>
            <a:pPr lvl="0" eaLnBrk="0" fontAlgn="base" hangingPunct="0">
              <a:spcBef>
                <a:spcPct val="0"/>
              </a:spcBef>
              <a:spcAft>
                <a:spcPct val="0"/>
              </a:spcAft>
              <a:buClrTx/>
              <a:buFontTx/>
              <a:buChar char="•"/>
            </a:pPr>
            <a:endParaRPr lang="en-US" altLang="en-US"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Involves machine learning, deep learning, computer vision, and decision-making.</a:t>
            </a:r>
          </a:p>
          <a:p>
            <a:pPr lvl="0" eaLnBrk="0" fontAlgn="base" hangingPunct="0">
              <a:spcBef>
                <a:spcPct val="0"/>
              </a:spcBef>
              <a:spcAft>
                <a:spcPct val="0"/>
              </a:spcAft>
              <a:buClrTx/>
              <a:buFontTx/>
              <a:buChar char="•"/>
            </a:pPr>
            <a:endParaRPr lang="en-US" altLang="en-US"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Enables machines to perceive, learn, adapt, and take actions autonomously.</a:t>
            </a:r>
          </a:p>
          <a:p>
            <a:pPr lvl="0" eaLnBrk="0" fontAlgn="base" hangingPunct="0">
              <a:spcBef>
                <a:spcPct val="0"/>
              </a:spcBef>
              <a:spcAft>
                <a:spcPct val="0"/>
              </a:spcAft>
              <a:buClrTx/>
              <a:buFontTx/>
              <a:buChar char="•"/>
            </a:pPr>
            <a:endParaRPr lang="en-US" altLang="en-US"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Key techniques used in this project:</a:t>
            </a:r>
          </a:p>
          <a:p>
            <a:pPr lvl="0" eaLnBrk="0" fontAlgn="base" hangingPunct="0">
              <a:spcBef>
                <a:spcPct val="0"/>
              </a:spcBef>
              <a:spcAft>
                <a:spcPct val="0"/>
              </a:spcAft>
              <a:buClrTx/>
              <a:buFontTx/>
              <a:buChar char="•"/>
            </a:pPr>
            <a:endParaRPr lang="en-US" altLang="en-US"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Object Detection (YOLOv8)</a:t>
            </a: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Monocular Depth Estimation (</a:t>
            </a:r>
            <a:r>
              <a:rPr lang="en-US" altLang="en-US" dirty="0" err="1">
                <a:solidFill>
                  <a:schemeClr val="bg1"/>
                </a:solidFill>
                <a:latin typeface="Times New Roman" panose="02020603050405020304" pitchFamily="18" charset="0"/>
                <a:cs typeface="Times New Roman" panose="02020603050405020304" pitchFamily="18" charset="0"/>
              </a:rPr>
              <a:t>MiDaS</a:t>
            </a:r>
            <a:r>
              <a:rPr lang="en-US" altLang="en-US" dirty="0">
                <a:solidFill>
                  <a:schemeClr val="bg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3D Reconstruction (Open3D)</a:t>
            </a:r>
          </a:p>
          <a:p>
            <a:pPr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Rule-Based Decision Systems</a:t>
            </a:r>
            <a:br>
              <a:rPr lang="en-US" altLang="en-US" dirty="0">
                <a:solidFill>
                  <a:schemeClr val="bg1"/>
                </a:solidFill>
                <a:latin typeface="Times New Roman" panose="02020603050405020304" pitchFamily="18" charset="0"/>
                <a:cs typeface="Times New Roman" panose="02020603050405020304" pitchFamily="18" charset="0"/>
              </a:rPr>
            </a:br>
            <a:br>
              <a:rPr lang="en-US" altLang="en-US" dirty="0">
                <a:solidFill>
                  <a:schemeClr val="bg1"/>
                </a:solidFill>
                <a:latin typeface="Times New Roman" panose="02020603050405020304" pitchFamily="18" charset="0"/>
                <a:cs typeface="Times New Roman" panose="02020603050405020304" pitchFamily="18" charset="0"/>
              </a:rPr>
            </a:br>
            <a:r>
              <a:rPr lang="en-US" sz="1800" b="1" u="sng" dirty="0">
                <a:solidFill>
                  <a:schemeClr val="bg1"/>
                </a:solidFill>
                <a:latin typeface="Times New Roman" panose="02020603050405020304" pitchFamily="18" charset="0"/>
                <a:cs typeface="Times New Roman" panose="02020603050405020304" pitchFamily="18" charset="0"/>
              </a:rPr>
              <a:t>Autonomous Vehicles</a:t>
            </a:r>
            <a:br>
              <a:rPr lang="en-US" sz="1800" b="1" u="sng" dirty="0">
                <a:solidFill>
                  <a:schemeClr val="bg1"/>
                </a:solidFill>
                <a:latin typeface="Times New Roman" panose="02020603050405020304" pitchFamily="18" charset="0"/>
                <a:cs typeface="Times New Roman" panose="02020603050405020304" pitchFamily="18" charset="0"/>
              </a:rPr>
            </a:br>
            <a:endParaRPr lang="en-US" sz="1800" b="1" u="sng"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Applies AI techniques to enable self-driving or driver-assistive vehicles.</a:t>
            </a:r>
          </a:p>
          <a:p>
            <a:pPr lvl="0" eaLnBrk="0" fontAlgn="base" hangingPunct="0">
              <a:spcBef>
                <a:spcPct val="0"/>
              </a:spcBef>
              <a:spcAft>
                <a:spcPct val="0"/>
              </a:spcAft>
              <a:buClrTx/>
              <a:buFontTx/>
              <a:buChar char="•"/>
            </a:pPr>
            <a:endParaRPr lang="en-US" altLang="en-US"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Combines perception, localization, path planning, and control.</a:t>
            </a:r>
          </a:p>
          <a:p>
            <a:pPr lvl="0" eaLnBrk="0" fontAlgn="base" hangingPunct="0">
              <a:spcBef>
                <a:spcPct val="0"/>
              </a:spcBef>
              <a:spcAft>
                <a:spcPct val="0"/>
              </a:spcAft>
              <a:buClrTx/>
              <a:buFontTx/>
              <a:buChar char="•"/>
            </a:pPr>
            <a:endParaRPr lang="en-US" altLang="en-US"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Addresses real-time environmental sensing and decision-making for safe navigation.</a:t>
            </a:r>
          </a:p>
          <a:p>
            <a:pPr lvl="0" eaLnBrk="0" fontAlgn="base" hangingPunct="0">
              <a:spcBef>
                <a:spcPct val="0"/>
              </a:spcBef>
              <a:spcAft>
                <a:spcPct val="0"/>
              </a:spcAft>
              <a:buClrTx/>
              <a:buFontTx/>
              <a:buChar char="•"/>
            </a:pPr>
            <a:endParaRPr lang="en-US" altLang="en-US"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Specific focus in this project:</a:t>
            </a:r>
          </a:p>
          <a:p>
            <a:pPr lvl="0" eaLnBrk="0" fontAlgn="base" hangingPunct="0">
              <a:spcBef>
                <a:spcPct val="0"/>
              </a:spcBef>
              <a:spcAft>
                <a:spcPct val="0"/>
              </a:spcAft>
              <a:buClrTx/>
              <a:buFontTx/>
              <a:buChar char="•"/>
            </a:pPr>
            <a:endParaRPr lang="en-US" altLang="en-US"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Real-time road surface anomaly detection</a:t>
            </a: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Depth-aware vehicle behavior (slow, avoid, alert)</a:t>
            </a: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Low-cost AV sensor alternatives for developing regions</a:t>
            </a:r>
          </a:p>
          <a:p>
            <a:pPr lvl="0" eaLnBrk="0" fontAlgn="base" hangingPunct="0">
              <a:spcBef>
                <a:spcPct val="0"/>
              </a:spcBef>
              <a:spcAft>
                <a:spcPct val="0"/>
              </a:spcAft>
              <a:buClrTx/>
              <a:buFontTx/>
              <a:buChar char="•"/>
            </a:pPr>
            <a:r>
              <a:rPr lang="en-US" altLang="en-US" dirty="0">
                <a:solidFill>
                  <a:schemeClr val="bg1"/>
                </a:solidFill>
                <a:latin typeface="Times New Roman" panose="02020603050405020304" pitchFamily="18" charset="0"/>
                <a:cs typeface="Times New Roman" panose="02020603050405020304" pitchFamily="18" charset="0"/>
              </a:rPr>
              <a:t> Camera-based road understanding for poor infrastructure</a:t>
            </a:r>
          </a:p>
          <a:p>
            <a:pPr lvl="0" eaLnBrk="0" fontAlgn="base" hangingPunct="0">
              <a:spcBef>
                <a:spcPct val="0"/>
              </a:spcBef>
              <a:spcAft>
                <a:spcPct val="0"/>
              </a:spcAft>
              <a:buClrTx/>
              <a:buFontTx/>
              <a:buChar char="•"/>
            </a:pPr>
            <a:endParaRPr lang="en-US" altLang="en-US" dirty="0">
              <a:solidFill>
                <a:schemeClr val="bg1"/>
              </a:solidFill>
              <a:latin typeface="Times New Roman" panose="02020603050405020304" pitchFamily="18" charset="0"/>
              <a:cs typeface="Times New Roman" panose="02020603050405020304" pitchFamily="18" charset="0"/>
            </a:endParaRPr>
          </a:p>
        </p:txBody>
      </p:sp>
      <p:pic>
        <p:nvPicPr>
          <p:cNvPr id="121" name="Google Shape;121;p15"/>
          <p:cNvPicPr preferRelativeResize="0"/>
          <p:nvPr/>
        </p:nvPicPr>
        <p:blipFill>
          <a:blip r:embed="rId4">
            <a:alphaModFix/>
          </a:blip>
          <a:stretch>
            <a:fillRect/>
          </a:stretch>
        </p:blipFill>
        <p:spPr>
          <a:xfrm>
            <a:off x="839500" y="1144100"/>
            <a:ext cx="4925100" cy="7998900"/>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6"/>
          <p:cNvSpPr/>
          <p:nvPr/>
        </p:nvSpPr>
        <p:spPr>
          <a:xfrm rot="5400000">
            <a:off x="2690431" y="-5257488"/>
            <a:ext cx="13296576" cy="20370799"/>
          </a:xfrm>
          <a:custGeom>
            <a:avLst/>
            <a:gdLst/>
            <a:ahLst/>
            <a:cxnLst/>
            <a:rect l="l" t="t" r="r" b="b"/>
            <a:pathLst>
              <a:path w="13296576" h="20370799" extrusionOk="0">
                <a:moveTo>
                  <a:pt x="0" y="0"/>
                </a:moveTo>
                <a:lnTo>
                  <a:pt x="13296576" y="0"/>
                </a:lnTo>
                <a:lnTo>
                  <a:pt x="13296576" y="20370799"/>
                </a:lnTo>
                <a:lnTo>
                  <a:pt x="0" y="20370799"/>
                </a:lnTo>
                <a:lnTo>
                  <a:pt x="0" y="0"/>
                </a:lnTo>
                <a:close/>
              </a:path>
            </a:pathLst>
          </a:custGeom>
          <a:blipFill rotWithShape="1">
            <a:blip r:embed="rId3">
              <a:alphaModFix/>
            </a:blip>
            <a:stretch>
              <a:fillRect/>
            </a:stretch>
          </a:blipFill>
          <a:ln>
            <a:noFill/>
          </a:ln>
        </p:spPr>
      </p:sp>
      <p:sp>
        <p:nvSpPr>
          <p:cNvPr id="127" name="Google Shape;127;p16"/>
          <p:cNvSpPr txBox="1"/>
          <p:nvPr/>
        </p:nvSpPr>
        <p:spPr>
          <a:xfrm>
            <a:off x="1028700" y="1276350"/>
            <a:ext cx="16230600" cy="34509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4012" b="0" i="0" u="none" strike="noStrike" cap="none">
                <a:solidFill>
                  <a:srgbClr val="000000"/>
                </a:solidFill>
                <a:latin typeface="Raleway"/>
                <a:ea typeface="Raleway"/>
                <a:cs typeface="Raleway"/>
                <a:sym typeface="Raleway"/>
              </a:rPr>
              <a:t>Problem</a:t>
            </a:r>
            <a:endParaRPr/>
          </a:p>
          <a:p>
            <a:pPr marL="0" marR="0" lvl="0" indent="0" algn="l" rtl="0">
              <a:lnSpc>
                <a:spcPct val="80000"/>
              </a:lnSpc>
              <a:spcBef>
                <a:spcPts val="0"/>
              </a:spcBef>
              <a:spcAft>
                <a:spcPts val="0"/>
              </a:spcAft>
              <a:buNone/>
            </a:pPr>
            <a:r>
              <a:rPr lang="en-US" sz="14012" b="0" i="0" u="none" strike="noStrike" cap="none">
                <a:solidFill>
                  <a:srgbClr val="000000"/>
                </a:solidFill>
                <a:latin typeface="Raleway"/>
                <a:ea typeface="Raleway"/>
                <a:cs typeface="Raleway"/>
                <a:sym typeface="Raleway"/>
              </a:rPr>
              <a:t>Statement</a:t>
            </a:r>
            <a:endParaRPr/>
          </a:p>
        </p:txBody>
      </p:sp>
      <p:sp>
        <p:nvSpPr>
          <p:cNvPr id="128" name="Google Shape;128;p16"/>
          <p:cNvSpPr txBox="1"/>
          <p:nvPr/>
        </p:nvSpPr>
        <p:spPr>
          <a:xfrm>
            <a:off x="1028700" y="7667625"/>
            <a:ext cx="10617900" cy="1523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3000" b="0" i="0" u="none" strike="noStrike" cap="none">
                <a:solidFill>
                  <a:srgbClr val="000000"/>
                </a:solidFill>
                <a:latin typeface="Inter"/>
                <a:ea typeface="Inter"/>
                <a:cs typeface="Inter"/>
                <a:sym typeface="Inter"/>
              </a:rPr>
              <a:t>Identify the core issue your project or study addresses. Describe the challenge your project focuses on, highlight its scope and impact, and briefly discuss why it matters.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2"/>
        <p:cNvGrpSpPr/>
        <p:nvPr/>
      </p:nvGrpSpPr>
      <p:grpSpPr>
        <a:xfrm>
          <a:off x="0" y="0"/>
          <a:ext cx="0" cy="0"/>
          <a:chOff x="0" y="0"/>
          <a:chExt cx="0" cy="0"/>
        </a:xfrm>
      </p:grpSpPr>
      <p:sp>
        <p:nvSpPr>
          <p:cNvPr id="133" name="Google Shape;133;p17"/>
          <p:cNvSpPr txBox="1"/>
          <p:nvPr/>
        </p:nvSpPr>
        <p:spPr>
          <a:xfrm>
            <a:off x="1028700" y="6031822"/>
            <a:ext cx="8006275" cy="462596"/>
          </a:xfrm>
          <a:prstGeom prst="rect">
            <a:avLst/>
          </a:prstGeom>
          <a:noFill/>
          <a:ln>
            <a:noFill/>
          </a:ln>
        </p:spPr>
        <p:txBody>
          <a:bodyPr spcFirstLastPara="1" wrap="square" lIns="0" tIns="0" rIns="0" bIns="0" anchor="t" anchorCtr="0">
            <a:spAutoFit/>
          </a:bodyPr>
          <a:lstStyle/>
          <a:p>
            <a:pPr marL="0" marR="0" lvl="0" indent="0" algn="ctr" rtl="0">
              <a:lnSpc>
                <a:spcPct val="120020"/>
              </a:lnSpc>
              <a:spcBef>
                <a:spcPts val="0"/>
              </a:spcBef>
              <a:spcAft>
                <a:spcPts val="0"/>
              </a:spcAft>
              <a:buNone/>
            </a:pPr>
            <a:r>
              <a:rPr lang="en-US" sz="2972" b="0" i="0" u="none" strike="noStrike" cap="none">
                <a:solidFill>
                  <a:srgbClr val="FFFFFF"/>
                </a:solidFill>
                <a:latin typeface="Inter"/>
                <a:ea typeface="Inter"/>
                <a:cs typeface="Inter"/>
                <a:sym typeface="Inter"/>
              </a:rPr>
              <a:t>Description of the featured statistic</a:t>
            </a:r>
            <a:endParaRPr/>
          </a:p>
        </p:txBody>
      </p:sp>
      <p:sp>
        <p:nvSpPr>
          <p:cNvPr id="134" name="Google Shape;134;p17"/>
          <p:cNvSpPr txBox="1"/>
          <p:nvPr/>
        </p:nvSpPr>
        <p:spPr>
          <a:xfrm>
            <a:off x="9540183" y="6031822"/>
            <a:ext cx="7719117" cy="462596"/>
          </a:xfrm>
          <a:prstGeom prst="rect">
            <a:avLst/>
          </a:prstGeom>
          <a:noFill/>
          <a:ln>
            <a:noFill/>
          </a:ln>
        </p:spPr>
        <p:txBody>
          <a:bodyPr spcFirstLastPara="1" wrap="square" lIns="0" tIns="0" rIns="0" bIns="0" anchor="t" anchorCtr="0">
            <a:spAutoFit/>
          </a:bodyPr>
          <a:lstStyle/>
          <a:p>
            <a:pPr marL="0" marR="0" lvl="0" indent="0" algn="ctr" rtl="0">
              <a:lnSpc>
                <a:spcPct val="120020"/>
              </a:lnSpc>
              <a:spcBef>
                <a:spcPts val="0"/>
              </a:spcBef>
              <a:spcAft>
                <a:spcPts val="0"/>
              </a:spcAft>
              <a:buNone/>
            </a:pPr>
            <a:r>
              <a:rPr lang="en-US" sz="2972" b="0" i="0" u="none" strike="noStrike" cap="none">
                <a:solidFill>
                  <a:srgbClr val="FFFFFF"/>
                </a:solidFill>
                <a:latin typeface="Inter"/>
                <a:ea typeface="Inter"/>
                <a:cs typeface="Inter"/>
                <a:sym typeface="Inter"/>
              </a:rPr>
              <a:t>Description of the featured statistic</a:t>
            </a:r>
            <a:endParaRPr/>
          </a:p>
        </p:txBody>
      </p:sp>
      <p:grpSp>
        <p:nvGrpSpPr>
          <p:cNvPr id="135" name="Google Shape;135;p17"/>
          <p:cNvGrpSpPr/>
          <p:nvPr/>
        </p:nvGrpSpPr>
        <p:grpSpPr>
          <a:xfrm>
            <a:off x="2394727" y="3438220"/>
            <a:ext cx="5274222" cy="2220641"/>
            <a:chOff x="0" y="-123825"/>
            <a:chExt cx="1389095" cy="584860"/>
          </a:xfrm>
        </p:grpSpPr>
        <p:sp>
          <p:nvSpPr>
            <p:cNvPr id="136" name="Google Shape;136;p17"/>
            <p:cNvSpPr/>
            <p:nvPr/>
          </p:nvSpPr>
          <p:spPr>
            <a:xfrm>
              <a:off x="0" y="0"/>
              <a:ext cx="1389095" cy="461035"/>
            </a:xfrm>
            <a:custGeom>
              <a:avLst/>
              <a:gdLst/>
              <a:ahLst/>
              <a:cxnLst/>
              <a:rect l="l" t="t" r="r" b="b"/>
              <a:pathLst>
                <a:path w="1389095" h="461035" extrusionOk="0">
                  <a:moveTo>
                    <a:pt x="146788" y="0"/>
                  </a:moveTo>
                  <a:lnTo>
                    <a:pt x="1242308" y="0"/>
                  </a:lnTo>
                  <a:cubicBezTo>
                    <a:pt x="1323376" y="0"/>
                    <a:pt x="1389095" y="65719"/>
                    <a:pt x="1389095" y="146788"/>
                  </a:cubicBezTo>
                  <a:lnTo>
                    <a:pt x="1389095" y="314247"/>
                  </a:lnTo>
                  <a:cubicBezTo>
                    <a:pt x="1389095" y="395316"/>
                    <a:pt x="1323376" y="461035"/>
                    <a:pt x="1242308" y="461035"/>
                  </a:cubicBezTo>
                  <a:lnTo>
                    <a:pt x="146788" y="461035"/>
                  </a:lnTo>
                  <a:cubicBezTo>
                    <a:pt x="65719" y="461035"/>
                    <a:pt x="0" y="395316"/>
                    <a:pt x="0" y="314247"/>
                  </a:cubicBezTo>
                  <a:lnTo>
                    <a:pt x="0" y="146788"/>
                  </a:lnTo>
                  <a:cubicBezTo>
                    <a:pt x="0" y="65719"/>
                    <a:pt x="65719" y="0"/>
                    <a:pt x="146788" y="0"/>
                  </a:cubicBezTo>
                  <a:close/>
                </a:path>
              </a:pathLst>
            </a:custGeom>
            <a:solidFill>
              <a:srgbClr val="000000">
                <a:alpha val="0"/>
              </a:srgbClr>
            </a:solidFill>
            <a:ln w="381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7"/>
            <p:cNvSpPr txBox="1"/>
            <p:nvPr/>
          </p:nvSpPr>
          <p:spPr>
            <a:xfrm>
              <a:off x="0" y="-123825"/>
              <a:ext cx="1389095" cy="58486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6000" b="0" i="0" u="none" strike="noStrike" cap="none">
                  <a:solidFill>
                    <a:srgbClr val="FFFFFF"/>
                  </a:solidFill>
                  <a:latin typeface="Inter"/>
                  <a:ea typeface="Inter"/>
                  <a:cs typeface="Inter"/>
                  <a:sym typeface="Inter"/>
                </a:rPr>
                <a:t>100%</a:t>
              </a:r>
              <a:endParaRPr/>
            </a:p>
          </p:txBody>
        </p:sp>
      </p:grpSp>
      <p:grpSp>
        <p:nvGrpSpPr>
          <p:cNvPr id="138" name="Google Shape;138;p17"/>
          <p:cNvGrpSpPr/>
          <p:nvPr/>
        </p:nvGrpSpPr>
        <p:grpSpPr>
          <a:xfrm>
            <a:off x="10762631" y="3438220"/>
            <a:ext cx="5274222" cy="2220641"/>
            <a:chOff x="0" y="-123825"/>
            <a:chExt cx="1389095" cy="584860"/>
          </a:xfrm>
        </p:grpSpPr>
        <p:sp>
          <p:nvSpPr>
            <p:cNvPr id="139" name="Google Shape;139;p17"/>
            <p:cNvSpPr/>
            <p:nvPr/>
          </p:nvSpPr>
          <p:spPr>
            <a:xfrm>
              <a:off x="0" y="0"/>
              <a:ext cx="1389095" cy="461035"/>
            </a:xfrm>
            <a:custGeom>
              <a:avLst/>
              <a:gdLst/>
              <a:ahLst/>
              <a:cxnLst/>
              <a:rect l="l" t="t" r="r" b="b"/>
              <a:pathLst>
                <a:path w="1389095" h="461035" extrusionOk="0">
                  <a:moveTo>
                    <a:pt x="146788" y="0"/>
                  </a:moveTo>
                  <a:lnTo>
                    <a:pt x="1242308" y="0"/>
                  </a:lnTo>
                  <a:cubicBezTo>
                    <a:pt x="1323376" y="0"/>
                    <a:pt x="1389095" y="65719"/>
                    <a:pt x="1389095" y="146788"/>
                  </a:cubicBezTo>
                  <a:lnTo>
                    <a:pt x="1389095" y="314247"/>
                  </a:lnTo>
                  <a:cubicBezTo>
                    <a:pt x="1389095" y="395316"/>
                    <a:pt x="1323376" y="461035"/>
                    <a:pt x="1242308" y="461035"/>
                  </a:cubicBezTo>
                  <a:lnTo>
                    <a:pt x="146788" y="461035"/>
                  </a:lnTo>
                  <a:cubicBezTo>
                    <a:pt x="65719" y="461035"/>
                    <a:pt x="0" y="395316"/>
                    <a:pt x="0" y="314247"/>
                  </a:cubicBezTo>
                  <a:lnTo>
                    <a:pt x="0" y="146788"/>
                  </a:lnTo>
                  <a:cubicBezTo>
                    <a:pt x="0" y="65719"/>
                    <a:pt x="65719" y="0"/>
                    <a:pt x="146788" y="0"/>
                  </a:cubicBezTo>
                  <a:close/>
                </a:path>
              </a:pathLst>
            </a:custGeom>
            <a:solidFill>
              <a:srgbClr val="000000">
                <a:alpha val="0"/>
              </a:srgbClr>
            </a:solidFill>
            <a:ln w="381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7"/>
            <p:cNvSpPr txBox="1"/>
            <p:nvPr/>
          </p:nvSpPr>
          <p:spPr>
            <a:xfrm>
              <a:off x="0" y="-123825"/>
              <a:ext cx="1389095" cy="58486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6000" b="0" i="0" u="none" strike="noStrike" cap="none">
                  <a:solidFill>
                    <a:srgbClr val="FFFFFF"/>
                  </a:solidFill>
                  <a:latin typeface="Inter"/>
                  <a:ea typeface="Inter"/>
                  <a:cs typeface="Inter"/>
                  <a:sym typeface="Inter"/>
                </a:rPr>
                <a:t>7 million</a:t>
              </a:r>
              <a:endParaRPr/>
            </a:p>
          </p:txBody>
        </p:sp>
      </p:grpSp>
      <p:sp>
        <p:nvSpPr>
          <p:cNvPr id="141" name="Google Shape;141;p17"/>
          <p:cNvSpPr txBox="1"/>
          <p:nvPr/>
        </p:nvSpPr>
        <p:spPr>
          <a:xfrm>
            <a:off x="1028700" y="1019175"/>
            <a:ext cx="6776161" cy="10001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500" b="0" i="0" u="none" strike="noStrike" cap="none">
                <a:solidFill>
                  <a:srgbClr val="FFFFFF"/>
                </a:solidFill>
                <a:latin typeface="Inter"/>
                <a:ea typeface="Inter"/>
                <a:cs typeface="Inter"/>
                <a:sym typeface="Inter"/>
              </a:rPr>
              <a:t>Why it matters</a:t>
            </a:r>
            <a:endParaRPr/>
          </a:p>
        </p:txBody>
      </p:sp>
      <p:sp>
        <p:nvSpPr>
          <p:cNvPr id="142" name="Google Shape;142;p17"/>
          <p:cNvSpPr txBox="1"/>
          <p:nvPr/>
        </p:nvSpPr>
        <p:spPr>
          <a:xfrm>
            <a:off x="8110157" y="1038225"/>
            <a:ext cx="9149100" cy="9852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3200" b="0" i="0" u="none" strike="noStrike" cap="none">
                <a:solidFill>
                  <a:srgbClr val="FFFFFF"/>
                </a:solidFill>
                <a:latin typeface="Inter"/>
                <a:ea typeface="Inter"/>
                <a:cs typeface="Inter"/>
                <a:sym typeface="Inter"/>
              </a:rPr>
              <a:t>If relevant, include statistics, quotes, or citations to support the problem’s significance.</a:t>
            </a:r>
            <a:endParaRPr/>
          </a:p>
        </p:txBody>
      </p:sp>
      <p:pic>
        <p:nvPicPr>
          <p:cNvPr id="143" name="Google Shape;143;p17"/>
          <p:cNvPicPr preferRelativeResize="0"/>
          <p:nvPr/>
        </p:nvPicPr>
        <p:blipFill rotWithShape="1">
          <a:blip r:embed="rId3">
            <a:alphaModFix/>
          </a:blip>
          <a:srcRect b="75043"/>
          <a:stretch/>
        </p:blipFill>
        <p:spPr>
          <a:xfrm>
            <a:off x="0" y="7316402"/>
            <a:ext cx="18288000" cy="2970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18"/>
          <p:cNvPicPr preferRelativeResize="0"/>
          <p:nvPr/>
        </p:nvPicPr>
        <p:blipFill rotWithShape="1">
          <a:blip r:embed="rId3">
            <a:alphaModFix/>
          </a:blip>
          <a:srcRect t="78345"/>
          <a:stretch/>
        </p:blipFill>
        <p:spPr>
          <a:xfrm>
            <a:off x="0" y="0"/>
            <a:ext cx="18288000" cy="2579626"/>
          </a:xfrm>
          <a:prstGeom prst="rect">
            <a:avLst/>
          </a:prstGeom>
          <a:noFill/>
          <a:ln>
            <a:noFill/>
          </a:ln>
        </p:spPr>
      </p:pic>
      <p:sp>
        <p:nvSpPr>
          <p:cNvPr id="149" name="Google Shape;149;p18"/>
          <p:cNvSpPr txBox="1"/>
          <p:nvPr/>
        </p:nvSpPr>
        <p:spPr>
          <a:xfrm>
            <a:off x="1028700" y="767471"/>
            <a:ext cx="16230600" cy="11144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7200" b="0" i="0" u="none" strike="noStrike" cap="none">
                <a:solidFill>
                  <a:srgbClr val="000000"/>
                </a:solidFill>
                <a:latin typeface="Raleway"/>
                <a:ea typeface="Raleway"/>
                <a:cs typeface="Raleway"/>
                <a:sym typeface="Raleway"/>
              </a:rPr>
              <a:t>Goals and Objectives</a:t>
            </a:r>
            <a:endParaRPr/>
          </a:p>
        </p:txBody>
      </p:sp>
      <p:sp>
        <p:nvSpPr>
          <p:cNvPr id="150" name="Google Shape;150;p18"/>
          <p:cNvSpPr txBox="1"/>
          <p:nvPr/>
        </p:nvSpPr>
        <p:spPr>
          <a:xfrm>
            <a:off x="1028700" y="7163816"/>
            <a:ext cx="4393625" cy="4953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200" b="0" i="0" u="none" strike="noStrike" cap="none">
                <a:solidFill>
                  <a:srgbClr val="000000"/>
                </a:solidFill>
                <a:latin typeface="Inter"/>
                <a:ea typeface="Inter"/>
                <a:cs typeface="Inter"/>
                <a:sym typeface="Inter"/>
              </a:rPr>
              <a:t>Goal or objective here</a:t>
            </a:r>
            <a:endParaRPr/>
          </a:p>
        </p:txBody>
      </p:sp>
      <p:sp>
        <p:nvSpPr>
          <p:cNvPr id="151" name="Google Shape;151;p18"/>
          <p:cNvSpPr txBox="1"/>
          <p:nvPr/>
        </p:nvSpPr>
        <p:spPr>
          <a:xfrm>
            <a:off x="6947188" y="7163816"/>
            <a:ext cx="4393625" cy="4953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200" b="0" i="0" u="none" strike="noStrike" cap="none">
                <a:solidFill>
                  <a:srgbClr val="000000"/>
                </a:solidFill>
                <a:latin typeface="Inter"/>
                <a:ea typeface="Inter"/>
                <a:cs typeface="Inter"/>
                <a:sym typeface="Inter"/>
              </a:rPr>
              <a:t>Goal or objective here</a:t>
            </a:r>
            <a:endParaRPr/>
          </a:p>
        </p:txBody>
      </p:sp>
      <p:sp>
        <p:nvSpPr>
          <p:cNvPr id="152" name="Google Shape;152;p18"/>
          <p:cNvSpPr txBox="1"/>
          <p:nvPr/>
        </p:nvSpPr>
        <p:spPr>
          <a:xfrm>
            <a:off x="12865675" y="7163816"/>
            <a:ext cx="4393625" cy="4953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200" b="0" i="0" u="none" strike="noStrike" cap="none">
                <a:solidFill>
                  <a:srgbClr val="000000"/>
                </a:solidFill>
                <a:latin typeface="Inter"/>
                <a:ea typeface="Inter"/>
                <a:cs typeface="Inter"/>
                <a:sym typeface="Inter"/>
              </a:rPr>
              <a:t>Goal or objective here</a:t>
            </a:r>
            <a:endParaRPr/>
          </a:p>
        </p:txBody>
      </p:sp>
      <p:sp>
        <p:nvSpPr>
          <p:cNvPr id="153" name="Google Shape;153;p18"/>
          <p:cNvSpPr txBox="1"/>
          <p:nvPr/>
        </p:nvSpPr>
        <p:spPr>
          <a:xfrm>
            <a:off x="1245270" y="7967345"/>
            <a:ext cx="3960600" cy="12192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2400" b="0" i="0" u="none" strike="noStrike" cap="none">
                <a:solidFill>
                  <a:srgbClr val="000000"/>
                </a:solidFill>
                <a:latin typeface="Inter"/>
                <a:ea typeface="Inter"/>
                <a:cs typeface="Inter"/>
                <a:sym typeface="Inter"/>
              </a:rPr>
              <a:t>Give a brief description of your project goal or objective here.</a:t>
            </a:r>
            <a:endParaRPr/>
          </a:p>
        </p:txBody>
      </p:sp>
      <p:sp>
        <p:nvSpPr>
          <p:cNvPr id="154" name="Google Shape;154;p18"/>
          <p:cNvSpPr txBox="1"/>
          <p:nvPr/>
        </p:nvSpPr>
        <p:spPr>
          <a:xfrm>
            <a:off x="7163757" y="8014335"/>
            <a:ext cx="3960600" cy="12192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2400" b="0" i="0" u="none" strike="noStrike" cap="none">
                <a:solidFill>
                  <a:srgbClr val="000000"/>
                </a:solidFill>
                <a:latin typeface="Inter"/>
                <a:ea typeface="Inter"/>
                <a:cs typeface="Inter"/>
                <a:sym typeface="Inter"/>
              </a:rPr>
              <a:t>Give a brief description of your project goal or objective here.</a:t>
            </a:r>
            <a:endParaRPr/>
          </a:p>
        </p:txBody>
      </p:sp>
      <p:sp>
        <p:nvSpPr>
          <p:cNvPr id="155" name="Google Shape;155;p18"/>
          <p:cNvSpPr txBox="1"/>
          <p:nvPr/>
        </p:nvSpPr>
        <p:spPr>
          <a:xfrm>
            <a:off x="13082245" y="8061325"/>
            <a:ext cx="3960600" cy="12192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2400" b="0" i="0" u="none" strike="noStrike" cap="none">
                <a:solidFill>
                  <a:srgbClr val="000000"/>
                </a:solidFill>
                <a:latin typeface="Inter"/>
                <a:ea typeface="Inter"/>
                <a:cs typeface="Inter"/>
                <a:sym typeface="Inter"/>
              </a:rPr>
              <a:t>Give a brief description of your project goal or objective here.</a:t>
            </a:r>
            <a:endParaRPr/>
          </a:p>
        </p:txBody>
      </p:sp>
      <p:pic>
        <p:nvPicPr>
          <p:cNvPr id="156" name="Google Shape;156;p18"/>
          <p:cNvPicPr preferRelativeResize="0"/>
          <p:nvPr/>
        </p:nvPicPr>
        <p:blipFill>
          <a:blip r:embed="rId4">
            <a:alphaModFix/>
          </a:blip>
          <a:stretch>
            <a:fillRect/>
          </a:stretch>
        </p:blipFill>
        <p:spPr>
          <a:xfrm>
            <a:off x="1161528" y="3290925"/>
            <a:ext cx="4127975" cy="3161600"/>
          </a:xfrm>
          <a:prstGeom prst="rect">
            <a:avLst/>
          </a:prstGeom>
          <a:noFill/>
          <a:ln>
            <a:noFill/>
          </a:ln>
        </p:spPr>
      </p:pic>
      <p:pic>
        <p:nvPicPr>
          <p:cNvPr id="157" name="Google Shape;157;p18"/>
          <p:cNvPicPr preferRelativeResize="0"/>
          <p:nvPr/>
        </p:nvPicPr>
        <p:blipFill>
          <a:blip r:embed="rId5">
            <a:alphaModFix/>
          </a:blip>
          <a:stretch>
            <a:fillRect/>
          </a:stretch>
        </p:blipFill>
        <p:spPr>
          <a:xfrm>
            <a:off x="7080048" y="3290925"/>
            <a:ext cx="4127975" cy="3161600"/>
          </a:xfrm>
          <a:prstGeom prst="rect">
            <a:avLst/>
          </a:prstGeom>
          <a:noFill/>
          <a:ln>
            <a:noFill/>
          </a:ln>
        </p:spPr>
      </p:pic>
      <p:pic>
        <p:nvPicPr>
          <p:cNvPr id="158" name="Google Shape;158;p18"/>
          <p:cNvPicPr preferRelativeResize="0"/>
          <p:nvPr/>
        </p:nvPicPr>
        <p:blipFill>
          <a:blip r:embed="rId6">
            <a:alphaModFix/>
          </a:blip>
          <a:stretch>
            <a:fillRect/>
          </a:stretch>
        </p:blipFill>
        <p:spPr>
          <a:xfrm>
            <a:off x="12998556" y="3290925"/>
            <a:ext cx="4127975" cy="3161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2"/>
        <p:cNvGrpSpPr/>
        <p:nvPr/>
      </p:nvGrpSpPr>
      <p:grpSpPr>
        <a:xfrm>
          <a:off x="0" y="0"/>
          <a:ext cx="0" cy="0"/>
          <a:chOff x="0" y="0"/>
          <a:chExt cx="0" cy="0"/>
        </a:xfrm>
      </p:grpSpPr>
      <p:grpSp>
        <p:nvGrpSpPr>
          <p:cNvPr id="163" name="Google Shape;163;p19"/>
          <p:cNvGrpSpPr/>
          <p:nvPr/>
        </p:nvGrpSpPr>
        <p:grpSpPr>
          <a:xfrm>
            <a:off x="9442496" y="2196625"/>
            <a:ext cx="1176067" cy="1176067"/>
            <a:chOff x="0" y="0"/>
            <a:chExt cx="812800" cy="812800"/>
          </a:xfrm>
        </p:grpSpPr>
        <p:sp>
          <p:nvSpPr>
            <p:cNvPr id="164" name="Google Shape;164;p19"/>
            <p:cNvSpPr/>
            <p:nvPr/>
          </p:nvSpPr>
          <p:spPr>
            <a:xfrm>
              <a:off x="0" y="0"/>
              <a:ext cx="812800" cy="812800"/>
            </a:xfrm>
            <a:custGeom>
              <a:avLst/>
              <a:gdLst/>
              <a:ahLst/>
              <a:cxnLst/>
              <a:rect l="l" t="t" r="r" b="b"/>
              <a:pathLst>
                <a:path w="812800" h="812800" extrusionOk="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gradFill>
              <a:gsLst>
                <a:gs pos="0">
                  <a:srgbClr val="C6DB63"/>
                </a:gs>
                <a:gs pos="50000">
                  <a:srgbClr val="FBFFE7"/>
                </a:gs>
                <a:gs pos="100000">
                  <a:srgbClr val="B7D0DD"/>
                </a:gs>
              </a:gsLst>
              <a:lin ang="5400000" scaled="0"/>
            </a:gradFill>
            <a:ln>
              <a:noFill/>
            </a:ln>
          </p:spPr>
        </p:sp>
        <p:sp>
          <p:nvSpPr>
            <p:cNvPr id="165" name="Google Shape;165;p19"/>
            <p:cNvSpPr txBox="1"/>
            <p:nvPr/>
          </p:nvSpPr>
          <p:spPr>
            <a:xfrm>
              <a:off x="127000" y="79375"/>
              <a:ext cx="558800" cy="606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6" name="Google Shape;166;p19"/>
          <p:cNvSpPr txBox="1"/>
          <p:nvPr/>
        </p:nvSpPr>
        <p:spPr>
          <a:xfrm>
            <a:off x="1028700" y="1009650"/>
            <a:ext cx="6648600" cy="17733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200" b="0" i="0" u="none" strike="noStrike" cap="none">
                <a:solidFill>
                  <a:srgbClr val="FFFFFF"/>
                </a:solidFill>
                <a:latin typeface="Raleway"/>
                <a:ea typeface="Raleway"/>
                <a:cs typeface="Raleway"/>
                <a:sym typeface="Raleway"/>
              </a:rPr>
              <a:t>Tools and Methodology</a:t>
            </a:r>
            <a:endParaRPr/>
          </a:p>
        </p:txBody>
      </p:sp>
      <p:sp>
        <p:nvSpPr>
          <p:cNvPr id="167" name="Google Shape;167;p19"/>
          <p:cNvSpPr txBox="1"/>
          <p:nvPr/>
        </p:nvSpPr>
        <p:spPr>
          <a:xfrm>
            <a:off x="10891988" y="1990815"/>
            <a:ext cx="6367312" cy="495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200" b="0" i="0" u="none" strike="noStrike" cap="none">
                <a:solidFill>
                  <a:srgbClr val="FFFFFF"/>
                </a:solidFill>
                <a:latin typeface="Inter"/>
                <a:ea typeface="Inter"/>
                <a:cs typeface="Inter"/>
                <a:sym typeface="Inter"/>
              </a:rPr>
              <a:t>Tool or technology here</a:t>
            </a:r>
            <a:endParaRPr/>
          </a:p>
        </p:txBody>
      </p:sp>
      <p:sp>
        <p:nvSpPr>
          <p:cNvPr id="168" name="Google Shape;168;p19"/>
          <p:cNvSpPr txBox="1"/>
          <p:nvPr/>
        </p:nvSpPr>
        <p:spPr>
          <a:xfrm>
            <a:off x="10891988" y="2737033"/>
            <a:ext cx="63672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2400" b="0" i="0" u="none" strike="noStrike" cap="none">
                <a:solidFill>
                  <a:srgbClr val="FFFFFF"/>
                </a:solidFill>
                <a:latin typeface="Inter"/>
                <a:ea typeface="Inter"/>
                <a:cs typeface="Inter"/>
                <a:sym typeface="Inter"/>
              </a:rPr>
              <a:t>Describe any tools, software, or platforms you used to complete the project.</a:t>
            </a:r>
            <a:endParaRPr/>
          </a:p>
        </p:txBody>
      </p:sp>
      <p:sp>
        <p:nvSpPr>
          <p:cNvPr id="169" name="Google Shape;169;p19"/>
          <p:cNvSpPr txBox="1"/>
          <p:nvPr/>
        </p:nvSpPr>
        <p:spPr>
          <a:xfrm>
            <a:off x="10891988" y="6715577"/>
            <a:ext cx="6367312" cy="495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200" b="0" i="0" u="none" strike="noStrike" cap="none">
                <a:solidFill>
                  <a:srgbClr val="FFFFFF"/>
                </a:solidFill>
                <a:latin typeface="Inter"/>
                <a:ea typeface="Inter"/>
                <a:cs typeface="Inter"/>
                <a:sym typeface="Inter"/>
              </a:rPr>
              <a:t>Tool or technology here</a:t>
            </a:r>
            <a:endParaRPr/>
          </a:p>
        </p:txBody>
      </p:sp>
      <p:sp>
        <p:nvSpPr>
          <p:cNvPr id="170" name="Google Shape;170;p19"/>
          <p:cNvSpPr txBox="1"/>
          <p:nvPr/>
        </p:nvSpPr>
        <p:spPr>
          <a:xfrm>
            <a:off x="10891988" y="7461795"/>
            <a:ext cx="63672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2400" b="0" i="0" u="none" strike="noStrike" cap="none">
                <a:solidFill>
                  <a:srgbClr val="FFFFFF"/>
                </a:solidFill>
                <a:latin typeface="Inter"/>
                <a:ea typeface="Inter"/>
                <a:cs typeface="Inter"/>
                <a:sym typeface="Inter"/>
              </a:rPr>
              <a:t>Describe any tools, software, or platforms you used to complete the project.</a:t>
            </a:r>
            <a:endParaRPr/>
          </a:p>
        </p:txBody>
      </p:sp>
      <p:sp>
        <p:nvSpPr>
          <p:cNvPr id="171" name="Google Shape;171;p19"/>
          <p:cNvSpPr txBox="1"/>
          <p:nvPr/>
        </p:nvSpPr>
        <p:spPr>
          <a:xfrm>
            <a:off x="10891988" y="4353196"/>
            <a:ext cx="6367312" cy="495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200" b="0" i="0" u="none" strike="noStrike" cap="none">
                <a:solidFill>
                  <a:srgbClr val="FFFFFF"/>
                </a:solidFill>
                <a:latin typeface="Inter"/>
                <a:ea typeface="Inter"/>
                <a:cs typeface="Inter"/>
                <a:sym typeface="Inter"/>
              </a:rPr>
              <a:t>Tool or technology here</a:t>
            </a:r>
            <a:endParaRPr/>
          </a:p>
        </p:txBody>
      </p:sp>
      <p:sp>
        <p:nvSpPr>
          <p:cNvPr id="172" name="Google Shape;172;p19"/>
          <p:cNvSpPr txBox="1"/>
          <p:nvPr/>
        </p:nvSpPr>
        <p:spPr>
          <a:xfrm>
            <a:off x="10891988" y="5099414"/>
            <a:ext cx="63672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2400" b="0" i="0" u="none" strike="noStrike" cap="none">
                <a:solidFill>
                  <a:srgbClr val="FFFFFF"/>
                </a:solidFill>
                <a:latin typeface="Inter"/>
                <a:ea typeface="Inter"/>
                <a:cs typeface="Inter"/>
                <a:sym typeface="Inter"/>
              </a:rPr>
              <a:t>Describe any tools, software, or platforms you used to complete the project.</a:t>
            </a:r>
            <a:endParaRPr/>
          </a:p>
        </p:txBody>
      </p:sp>
      <p:sp>
        <p:nvSpPr>
          <p:cNvPr id="173" name="Google Shape;173;p19"/>
          <p:cNvSpPr txBox="1"/>
          <p:nvPr/>
        </p:nvSpPr>
        <p:spPr>
          <a:xfrm>
            <a:off x="1028700" y="3586343"/>
            <a:ext cx="6399900" cy="2068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2400" b="0" i="0" u="none" strike="noStrike" cap="none">
                <a:solidFill>
                  <a:srgbClr val="FFFFFF"/>
                </a:solidFill>
                <a:latin typeface="Inter"/>
                <a:ea typeface="Inter"/>
                <a:cs typeface="Inter"/>
                <a:sym typeface="Inter"/>
              </a:rPr>
              <a:t>In this section, describe your approach to the project. Have you followed any specific steps? Is it qualitative or quantitative research? Keep this section brief, limiting it to just one or two paragraphs. </a:t>
            </a:r>
            <a:endParaRPr/>
          </a:p>
        </p:txBody>
      </p:sp>
      <p:grpSp>
        <p:nvGrpSpPr>
          <p:cNvPr id="174" name="Google Shape;174;p19"/>
          <p:cNvGrpSpPr/>
          <p:nvPr/>
        </p:nvGrpSpPr>
        <p:grpSpPr>
          <a:xfrm>
            <a:off x="9442496" y="4559006"/>
            <a:ext cx="1176067" cy="1176067"/>
            <a:chOff x="0" y="0"/>
            <a:chExt cx="812800" cy="812800"/>
          </a:xfrm>
        </p:grpSpPr>
        <p:sp>
          <p:nvSpPr>
            <p:cNvPr id="175" name="Google Shape;175;p19"/>
            <p:cNvSpPr/>
            <p:nvPr/>
          </p:nvSpPr>
          <p:spPr>
            <a:xfrm>
              <a:off x="0" y="0"/>
              <a:ext cx="812800" cy="812800"/>
            </a:xfrm>
            <a:custGeom>
              <a:avLst/>
              <a:gdLst/>
              <a:ahLst/>
              <a:cxnLst/>
              <a:rect l="l" t="t" r="r" b="b"/>
              <a:pathLst>
                <a:path w="812800" h="812800" extrusionOk="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gradFill>
              <a:gsLst>
                <a:gs pos="0">
                  <a:srgbClr val="C6DB63"/>
                </a:gs>
                <a:gs pos="50000">
                  <a:srgbClr val="FBFFE7"/>
                </a:gs>
                <a:gs pos="100000">
                  <a:srgbClr val="B7D0DD"/>
                </a:gs>
              </a:gsLst>
              <a:lin ang="5400000" scaled="0"/>
            </a:gradFill>
            <a:ln>
              <a:noFill/>
            </a:ln>
          </p:spPr>
        </p:sp>
        <p:sp>
          <p:nvSpPr>
            <p:cNvPr id="176" name="Google Shape;176;p19"/>
            <p:cNvSpPr txBox="1"/>
            <p:nvPr/>
          </p:nvSpPr>
          <p:spPr>
            <a:xfrm>
              <a:off x="127000" y="79375"/>
              <a:ext cx="558800" cy="606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7" name="Google Shape;177;p19"/>
          <p:cNvGrpSpPr/>
          <p:nvPr/>
        </p:nvGrpSpPr>
        <p:grpSpPr>
          <a:xfrm>
            <a:off x="9442496" y="6925697"/>
            <a:ext cx="1176067" cy="1176067"/>
            <a:chOff x="0" y="0"/>
            <a:chExt cx="812800" cy="812800"/>
          </a:xfrm>
        </p:grpSpPr>
        <p:sp>
          <p:nvSpPr>
            <p:cNvPr id="178" name="Google Shape;178;p19"/>
            <p:cNvSpPr/>
            <p:nvPr/>
          </p:nvSpPr>
          <p:spPr>
            <a:xfrm>
              <a:off x="0" y="0"/>
              <a:ext cx="812800" cy="812800"/>
            </a:xfrm>
            <a:custGeom>
              <a:avLst/>
              <a:gdLst/>
              <a:ahLst/>
              <a:cxnLst/>
              <a:rect l="l" t="t" r="r" b="b"/>
              <a:pathLst>
                <a:path w="812800" h="812800" extrusionOk="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gradFill>
              <a:gsLst>
                <a:gs pos="0">
                  <a:srgbClr val="C6DB63"/>
                </a:gs>
                <a:gs pos="50000">
                  <a:srgbClr val="FBFFE7"/>
                </a:gs>
                <a:gs pos="100000">
                  <a:srgbClr val="B7D0DD"/>
                </a:gs>
              </a:gsLst>
              <a:lin ang="5400000" scaled="0"/>
            </a:gradFill>
            <a:ln>
              <a:noFill/>
            </a:ln>
          </p:spPr>
        </p:sp>
        <p:sp>
          <p:nvSpPr>
            <p:cNvPr id="179" name="Google Shape;179;p19"/>
            <p:cNvSpPr txBox="1"/>
            <p:nvPr/>
          </p:nvSpPr>
          <p:spPr>
            <a:xfrm>
              <a:off x="127000" y="79375"/>
              <a:ext cx="558800" cy="606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l="25255" t="17574" b="17574"/>
          <a:stretch/>
        </p:blipFill>
        <p:spPr>
          <a:xfrm>
            <a:off x="0" y="0"/>
            <a:ext cx="9175751" cy="10287002"/>
          </a:xfrm>
          <a:prstGeom prst="rect">
            <a:avLst/>
          </a:prstGeom>
          <a:noFill/>
          <a:ln>
            <a:noFill/>
          </a:ln>
        </p:spPr>
      </p:pic>
      <p:sp>
        <p:nvSpPr>
          <p:cNvPr id="185" name="Google Shape;185;p20"/>
          <p:cNvSpPr txBox="1"/>
          <p:nvPr/>
        </p:nvSpPr>
        <p:spPr>
          <a:xfrm>
            <a:off x="1028700" y="3765545"/>
            <a:ext cx="7052700" cy="307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0" b="0" i="0" u="none" strike="noStrike" cap="none">
                <a:solidFill>
                  <a:srgbClr val="000000"/>
                </a:solidFill>
                <a:latin typeface="Raleway"/>
                <a:ea typeface="Raleway"/>
                <a:cs typeface="Raleway"/>
                <a:sym typeface="Raleway"/>
              </a:rPr>
              <a:t>Findings and Results</a:t>
            </a:r>
            <a:endParaRPr/>
          </a:p>
        </p:txBody>
      </p:sp>
      <p:sp>
        <p:nvSpPr>
          <p:cNvPr id="186" name="Google Shape;186;p20"/>
          <p:cNvSpPr txBox="1"/>
          <p:nvPr/>
        </p:nvSpPr>
        <p:spPr>
          <a:xfrm>
            <a:off x="10653700" y="4381650"/>
            <a:ext cx="6343800" cy="1523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3000" b="0" i="0" u="none" strike="noStrike" cap="none">
                <a:solidFill>
                  <a:srgbClr val="000000"/>
                </a:solidFill>
                <a:latin typeface="Inter"/>
                <a:ea typeface="Inter"/>
                <a:cs typeface="Inter"/>
                <a:sym typeface="Inter"/>
              </a:rPr>
              <a:t>Show the audience what your project has achieved, discovered, or produced.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90"/>
        <p:cNvGrpSpPr/>
        <p:nvPr/>
      </p:nvGrpSpPr>
      <p:grpSpPr>
        <a:xfrm>
          <a:off x="0" y="0"/>
          <a:ext cx="0" cy="0"/>
          <a:chOff x="0" y="0"/>
          <a:chExt cx="0" cy="0"/>
        </a:xfrm>
      </p:grpSpPr>
      <p:grpSp>
        <p:nvGrpSpPr>
          <p:cNvPr id="191" name="Google Shape;191;p21"/>
          <p:cNvGrpSpPr/>
          <p:nvPr/>
        </p:nvGrpSpPr>
        <p:grpSpPr>
          <a:xfrm>
            <a:off x="2556042" y="3394123"/>
            <a:ext cx="1176067" cy="1176067"/>
            <a:chOff x="0" y="0"/>
            <a:chExt cx="812800" cy="812800"/>
          </a:xfrm>
        </p:grpSpPr>
        <p:sp>
          <p:nvSpPr>
            <p:cNvPr id="192" name="Google Shape;192;p21"/>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gradFill>
              <a:gsLst>
                <a:gs pos="0">
                  <a:srgbClr val="C6DB63"/>
                </a:gs>
                <a:gs pos="50000">
                  <a:srgbClr val="FBFFE7"/>
                </a:gs>
                <a:gs pos="100000">
                  <a:srgbClr val="B7D0DD"/>
                </a:gs>
              </a:gsLst>
              <a:lin ang="5400000" scaled="0"/>
            </a:gradFill>
            <a:ln>
              <a:noFill/>
            </a:ln>
          </p:spPr>
        </p:sp>
        <p:sp>
          <p:nvSpPr>
            <p:cNvPr id="193" name="Google Shape;193;p21"/>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4" name="Google Shape;194;p21"/>
          <p:cNvGrpSpPr/>
          <p:nvPr/>
        </p:nvGrpSpPr>
        <p:grpSpPr>
          <a:xfrm>
            <a:off x="14555891" y="3421688"/>
            <a:ext cx="1176067" cy="1120938"/>
            <a:chOff x="0" y="0"/>
            <a:chExt cx="812800" cy="774700"/>
          </a:xfrm>
        </p:grpSpPr>
        <p:sp>
          <p:nvSpPr>
            <p:cNvPr id="195" name="Google Shape;195;p21"/>
            <p:cNvSpPr/>
            <p:nvPr/>
          </p:nvSpPr>
          <p:spPr>
            <a:xfrm>
              <a:off x="0" y="0"/>
              <a:ext cx="812800" cy="774700"/>
            </a:xfrm>
            <a:custGeom>
              <a:avLst/>
              <a:gdLst/>
              <a:ahLst/>
              <a:cxnLst/>
              <a:rect l="l" t="t" r="r" b="b"/>
              <a:pathLst>
                <a:path w="812800" h="774700" extrusionOk="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gradFill>
              <a:gsLst>
                <a:gs pos="0">
                  <a:srgbClr val="C6DB63"/>
                </a:gs>
                <a:gs pos="50000">
                  <a:srgbClr val="FBFFE7"/>
                </a:gs>
                <a:gs pos="100000">
                  <a:srgbClr val="B7D0DD"/>
                </a:gs>
              </a:gsLst>
              <a:lin ang="5400000" scaled="0"/>
            </a:gradFill>
            <a:ln>
              <a:noFill/>
            </a:ln>
          </p:spPr>
        </p:sp>
        <p:sp>
          <p:nvSpPr>
            <p:cNvPr id="196" name="Google Shape;196;p21"/>
            <p:cNvSpPr txBox="1"/>
            <p:nvPr/>
          </p:nvSpPr>
          <p:spPr>
            <a:xfrm>
              <a:off x="228600" y="219075"/>
              <a:ext cx="355600" cy="3905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7" name="Google Shape;197;p21"/>
          <p:cNvGrpSpPr/>
          <p:nvPr/>
        </p:nvGrpSpPr>
        <p:grpSpPr>
          <a:xfrm>
            <a:off x="8555967" y="3394123"/>
            <a:ext cx="1176067" cy="1176067"/>
            <a:chOff x="0" y="0"/>
            <a:chExt cx="812800" cy="812800"/>
          </a:xfrm>
        </p:grpSpPr>
        <p:sp>
          <p:nvSpPr>
            <p:cNvPr id="198" name="Google Shape;198;p21"/>
            <p:cNvSpPr/>
            <p:nvPr/>
          </p:nvSpPr>
          <p:spPr>
            <a:xfrm>
              <a:off x="0" y="0"/>
              <a:ext cx="812800" cy="812800"/>
            </a:xfrm>
            <a:custGeom>
              <a:avLst/>
              <a:gdLst/>
              <a:ahLst/>
              <a:cxnLst/>
              <a:rect l="l" t="t" r="r" b="b"/>
              <a:pathLst>
                <a:path w="812800" h="812800" extrusionOk="0">
                  <a:moveTo>
                    <a:pt x="406400" y="0"/>
                  </a:moveTo>
                  <a:lnTo>
                    <a:pt x="812800" y="812800"/>
                  </a:lnTo>
                  <a:lnTo>
                    <a:pt x="0" y="812800"/>
                  </a:lnTo>
                  <a:lnTo>
                    <a:pt x="406400" y="0"/>
                  </a:lnTo>
                  <a:close/>
                </a:path>
              </a:pathLst>
            </a:custGeom>
            <a:gradFill>
              <a:gsLst>
                <a:gs pos="0">
                  <a:srgbClr val="C6DB63"/>
                </a:gs>
                <a:gs pos="50000">
                  <a:srgbClr val="FBFFE7"/>
                </a:gs>
                <a:gs pos="100000">
                  <a:srgbClr val="B7D0DD"/>
                </a:gs>
              </a:gsLst>
              <a:lin ang="5400000" scaled="0"/>
            </a:gradFill>
            <a:ln>
              <a:noFill/>
            </a:ln>
          </p:spPr>
        </p:sp>
        <p:sp>
          <p:nvSpPr>
            <p:cNvPr id="199" name="Google Shape;199;p21"/>
            <p:cNvSpPr txBox="1"/>
            <p:nvPr/>
          </p:nvSpPr>
          <p:spPr>
            <a:xfrm>
              <a:off x="127000" y="329746"/>
              <a:ext cx="558800" cy="42499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0" name="Google Shape;200;p21"/>
          <p:cNvSpPr txBox="1"/>
          <p:nvPr/>
        </p:nvSpPr>
        <p:spPr>
          <a:xfrm>
            <a:off x="1647677" y="4848100"/>
            <a:ext cx="2992800" cy="985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FFFFFF"/>
                </a:solidFill>
                <a:latin typeface="Inter"/>
                <a:ea typeface="Inter"/>
                <a:cs typeface="Inter"/>
                <a:sym typeface="Inter"/>
              </a:rPr>
              <a:t>Finding or result here</a:t>
            </a:r>
            <a:endParaRPr/>
          </a:p>
        </p:txBody>
      </p:sp>
      <p:sp>
        <p:nvSpPr>
          <p:cNvPr id="201" name="Google Shape;201;p21"/>
          <p:cNvSpPr txBox="1"/>
          <p:nvPr/>
        </p:nvSpPr>
        <p:spPr>
          <a:xfrm>
            <a:off x="1491039" y="6120721"/>
            <a:ext cx="3306000" cy="11175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FFFFFF"/>
                </a:solidFill>
                <a:latin typeface="Inter"/>
                <a:ea typeface="Inter"/>
                <a:cs typeface="Inter"/>
                <a:sym typeface="Inter"/>
              </a:rPr>
              <a:t>Briefly discuss the outcome of your research or project.</a:t>
            </a:r>
            <a:endParaRPr/>
          </a:p>
        </p:txBody>
      </p:sp>
      <p:sp>
        <p:nvSpPr>
          <p:cNvPr id="202" name="Google Shape;202;p21"/>
          <p:cNvSpPr txBox="1"/>
          <p:nvPr/>
        </p:nvSpPr>
        <p:spPr>
          <a:xfrm>
            <a:off x="5688705" y="1019175"/>
            <a:ext cx="6910589" cy="10001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b="0" i="0" u="none" strike="noStrike" cap="none">
                <a:solidFill>
                  <a:srgbClr val="FFFFFF"/>
                </a:solidFill>
                <a:latin typeface="Raleway"/>
                <a:ea typeface="Raleway"/>
                <a:cs typeface="Raleway"/>
                <a:sym typeface="Raleway"/>
              </a:rPr>
              <a:t>Key Findings</a:t>
            </a:r>
            <a:endParaRPr/>
          </a:p>
        </p:txBody>
      </p:sp>
      <p:sp>
        <p:nvSpPr>
          <p:cNvPr id="203" name="Google Shape;203;p21"/>
          <p:cNvSpPr txBox="1"/>
          <p:nvPr/>
        </p:nvSpPr>
        <p:spPr>
          <a:xfrm>
            <a:off x="7647602" y="4848100"/>
            <a:ext cx="2992800" cy="985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FFFFFF"/>
                </a:solidFill>
                <a:latin typeface="Inter"/>
                <a:ea typeface="Inter"/>
                <a:cs typeface="Inter"/>
                <a:sym typeface="Inter"/>
              </a:rPr>
              <a:t>Finding or result here</a:t>
            </a:r>
            <a:endParaRPr/>
          </a:p>
        </p:txBody>
      </p:sp>
      <p:sp>
        <p:nvSpPr>
          <p:cNvPr id="204" name="Google Shape;204;p21"/>
          <p:cNvSpPr txBox="1"/>
          <p:nvPr/>
        </p:nvSpPr>
        <p:spPr>
          <a:xfrm>
            <a:off x="7490963" y="6120721"/>
            <a:ext cx="3306000" cy="11175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FFFFFF"/>
                </a:solidFill>
                <a:latin typeface="Inter"/>
                <a:ea typeface="Inter"/>
                <a:cs typeface="Inter"/>
                <a:sym typeface="Inter"/>
              </a:rPr>
              <a:t>Briefly discuss the outcome of your research or project.</a:t>
            </a:r>
            <a:endParaRPr/>
          </a:p>
        </p:txBody>
      </p:sp>
      <p:sp>
        <p:nvSpPr>
          <p:cNvPr id="205" name="Google Shape;205;p21"/>
          <p:cNvSpPr txBox="1"/>
          <p:nvPr/>
        </p:nvSpPr>
        <p:spPr>
          <a:xfrm>
            <a:off x="13647526" y="4848100"/>
            <a:ext cx="2992800" cy="985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FFFFFF"/>
                </a:solidFill>
                <a:latin typeface="Inter"/>
                <a:ea typeface="Inter"/>
                <a:cs typeface="Inter"/>
                <a:sym typeface="Inter"/>
              </a:rPr>
              <a:t>Finding or result here</a:t>
            </a:r>
            <a:endParaRPr/>
          </a:p>
        </p:txBody>
      </p:sp>
      <p:sp>
        <p:nvSpPr>
          <p:cNvPr id="206" name="Google Shape;206;p21"/>
          <p:cNvSpPr txBox="1"/>
          <p:nvPr/>
        </p:nvSpPr>
        <p:spPr>
          <a:xfrm>
            <a:off x="13490888" y="6120721"/>
            <a:ext cx="3306000" cy="11175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FFFFFF"/>
                </a:solidFill>
                <a:latin typeface="Inter"/>
                <a:ea typeface="Inter"/>
                <a:cs typeface="Inter"/>
                <a:sym typeface="Inter"/>
              </a:rPr>
              <a:t>Briefly discuss the outcome of your research or project.</a:t>
            </a:r>
            <a:endParaRPr/>
          </a:p>
        </p:txBody>
      </p:sp>
      <p:grpSp>
        <p:nvGrpSpPr>
          <p:cNvPr id="207" name="Google Shape;207;p21"/>
          <p:cNvGrpSpPr/>
          <p:nvPr/>
        </p:nvGrpSpPr>
        <p:grpSpPr>
          <a:xfrm rot="5400000">
            <a:off x="8988205" y="270095"/>
            <a:ext cx="1028700" cy="19005110"/>
            <a:chOff x="0" y="-47625"/>
            <a:chExt cx="68318" cy="1262175"/>
          </a:xfrm>
        </p:grpSpPr>
        <p:sp>
          <p:nvSpPr>
            <p:cNvPr id="208" name="Google Shape;208;p21"/>
            <p:cNvSpPr/>
            <p:nvPr/>
          </p:nvSpPr>
          <p:spPr>
            <a:xfrm>
              <a:off x="0" y="0"/>
              <a:ext cx="68318" cy="1214550"/>
            </a:xfrm>
            <a:custGeom>
              <a:avLst/>
              <a:gdLst/>
              <a:ahLst/>
              <a:cxnLst/>
              <a:rect l="l" t="t" r="r" b="b"/>
              <a:pathLst>
                <a:path w="68318" h="1214550" extrusionOk="0">
                  <a:moveTo>
                    <a:pt x="0" y="0"/>
                  </a:moveTo>
                  <a:lnTo>
                    <a:pt x="68318" y="0"/>
                  </a:lnTo>
                  <a:lnTo>
                    <a:pt x="68318" y="1214550"/>
                  </a:lnTo>
                  <a:lnTo>
                    <a:pt x="0" y="1214550"/>
                  </a:lnTo>
                  <a:close/>
                </a:path>
              </a:pathLst>
            </a:custGeom>
            <a:gradFill>
              <a:gsLst>
                <a:gs pos="0">
                  <a:srgbClr val="C6DB63"/>
                </a:gs>
                <a:gs pos="50000">
                  <a:srgbClr val="FBFFE7"/>
                </a:gs>
                <a:gs pos="100000">
                  <a:srgbClr val="B7D0DD"/>
                </a:gs>
              </a:gsLst>
              <a:lin ang="5400000" scaled="0"/>
            </a:gradFill>
            <a:ln>
              <a:noFill/>
            </a:ln>
          </p:spPr>
        </p:sp>
        <p:sp>
          <p:nvSpPr>
            <p:cNvPr id="209" name="Google Shape;209;p21"/>
            <p:cNvSpPr txBox="1"/>
            <p:nvPr/>
          </p:nvSpPr>
          <p:spPr>
            <a:xfrm>
              <a:off x="0" y="-47625"/>
              <a:ext cx="68318" cy="126217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2"/>
          <p:cNvSpPr txBox="1"/>
          <p:nvPr/>
        </p:nvSpPr>
        <p:spPr>
          <a:xfrm>
            <a:off x="1028700" y="1836197"/>
            <a:ext cx="5139320" cy="7810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000" b="0" i="0" u="none" strike="noStrike" cap="none">
                <a:solidFill>
                  <a:srgbClr val="000000"/>
                </a:solidFill>
                <a:latin typeface="Raleway"/>
                <a:ea typeface="Raleway"/>
                <a:cs typeface="Raleway"/>
                <a:sym typeface="Raleway"/>
              </a:rPr>
              <a:t>Chart title here</a:t>
            </a:r>
            <a:endParaRPr/>
          </a:p>
        </p:txBody>
      </p:sp>
      <p:sp>
        <p:nvSpPr>
          <p:cNvPr id="215" name="Google Shape;215;p22"/>
          <p:cNvSpPr txBox="1"/>
          <p:nvPr/>
        </p:nvSpPr>
        <p:spPr>
          <a:xfrm>
            <a:off x="1028700" y="3036899"/>
            <a:ext cx="5139300" cy="1438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2100" b="0" i="0" u="none" strike="noStrike" cap="none">
                <a:solidFill>
                  <a:srgbClr val="000000"/>
                </a:solidFill>
                <a:latin typeface="Inter"/>
                <a:ea typeface="Inter"/>
                <a:cs typeface="Inter"/>
                <a:sym typeface="Inter"/>
              </a:rPr>
              <a:t>If applicable, use a chart or table to visualize your results or highlight comparisons. Use this section to briefly explain what the results mean.</a:t>
            </a:r>
            <a:endParaRPr/>
          </a:p>
        </p:txBody>
      </p:sp>
      <p:pic>
        <p:nvPicPr>
          <p:cNvPr id="216" name="Google Shape;216;p22"/>
          <p:cNvPicPr preferRelativeResize="0"/>
          <p:nvPr/>
        </p:nvPicPr>
        <p:blipFill rotWithShape="1">
          <a:blip r:embed="rId3">
            <a:alphaModFix/>
          </a:blip>
          <a:srcRect/>
          <a:stretch/>
        </p:blipFill>
        <p:spPr>
          <a:xfrm>
            <a:off x="6305836" y="859477"/>
            <a:ext cx="11949234" cy="8568044"/>
          </a:xfrm>
          <a:prstGeom prst="rect">
            <a:avLst/>
          </a:prstGeom>
          <a:noFill/>
          <a:ln>
            <a:noFill/>
          </a:ln>
        </p:spPr>
      </p:pic>
      <p:sp>
        <p:nvSpPr>
          <p:cNvPr id="217" name="Google Shape;217;p22"/>
          <p:cNvSpPr/>
          <p:nvPr/>
        </p:nvSpPr>
        <p:spPr>
          <a:xfrm>
            <a:off x="-88524" y="9239250"/>
            <a:ext cx="18465048" cy="12019067"/>
          </a:xfrm>
          <a:custGeom>
            <a:avLst/>
            <a:gdLst/>
            <a:ahLst/>
            <a:cxnLst/>
            <a:rect l="l" t="t" r="r" b="b"/>
            <a:pathLst>
              <a:path w="18465048" h="12019067" extrusionOk="0">
                <a:moveTo>
                  <a:pt x="0" y="0"/>
                </a:moveTo>
                <a:lnTo>
                  <a:pt x="18465048" y="0"/>
                </a:lnTo>
                <a:lnTo>
                  <a:pt x="18465048" y="12019067"/>
                </a:lnTo>
                <a:lnTo>
                  <a:pt x="0" y="12019067"/>
                </a:lnTo>
                <a:lnTo>
                  <a:pt x="0" y="0"/>
                </a:lnTo>
                <a:close/>
              </a:path>
            </a:pathLst>
          </a:custGeom>
          <a:blipFill rotWithShape="1">
            <a:blip r:embed="rId4">
              <a:alphaModFix/>
            </a:blip>
            <a:stretch>
              <a:fillRect/>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21"/>
        <p:cNvGrpSpPr/>
        <p:nvPr/>
      </p:nvGrpSpPr>
      <p:grpSpPr>
        <a:xfrm>
          <a:off x="0" y="0"/>
          <a:ext cx="0" cy="0"/>
          <a:chOff x="0" y="0"/>
          <a:chExt cx="0" cy="0"/>
        </a:xfrm>
      </p:grpSpPr>
      <p:pic>
        <p:nvPicPr>
          <p:cNvPr id="222" name="Google Shape;222;p23"/>
          <p:cNvPicPr preferRelativeResize="0"/>
          <p:nvPr/>
        </p:nvPicPr>
        <p:blipFill rotWithShape="1">
          <a:blip r:embed="rId3">
            <a:alphaModFix/>
          </a:blip>
          <a:srcRect t="55593" b="1622"/>
          <a:stretch/>
        </p:blipFill>
        <p:spPr>
          <a:xfrm>
            <a:off x="0" y="5074170"/>
            <a:ext cx="18288000" cy="5212830"/>
          </a:xfrm>
          <a:prstGeom prst="rect">
            <a:avLst/>
          </a:prstGeom>
          <a:noFill/>
          <a:ln>
            <a:noFill/>
          </a:ln>
        </p:spPr>
      </p:pic>
      <p:sp>
        <p:nvSpPr>
          <p:cNvPr id="223" name="Google Shape;223;p23"/>
          <p:cNvSpPr txBox="1"/>
          <p:nvPr/>
        </p:nvSpPr>
        <p:spPr>
          <a:xfrm>
            <a:off x="1822516" y="1019175"/>
            <a:ext cx="7784968" cy="1343025"/>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en-US" sz="8799" b="0" i="0" u="none" strike="noStrike" cap="none">
                <a:solidFill>
                  <a:srgbClr val="FFFFFF"/>
                </a:solidFill>
                <a:latin typeface="Raleway"/>
                <a:ea typeface="Raleway"/>
                <a:cs typeface="Raleway"/>
                <a:sym typeface="Raleway"/>
              </a:rPr>
              <a:t>Conclusion</a:t>
            </a:r>
            <a:endParaRPr/>
          </a:p>
        </p:txBody>
      </p:sp>
      <p:sp>
        <p:nvSpPr>
          <p:cNvPr id="224" name="Google Shape;224;p23"/>
          <p:cNvSpPr txBox="1"/>
          <p:nvPr/>
        </p:nvSpPr>
        <p:spPr>
          <a:xfrm>
            <a:off x="10401300" y="962025"/>
            <a:ext cx="6858000" cy="1523700"/>
          </a:xfrm>
          <a:prstGeom prst="rect">
            <a:avLst/>
          </a:prstGeom>
          <a:noFill/>
          <a:ln>
            <a:noFill/>
          </a:ln>
        </p:spPr>
        <p:txBody>
          <a:bodyPr spcFirstLastPara="1" wrap="square" lIns="0" tIns="0" rIns="0" bIns="0" anchor="t" anchorCtr="0">
            <a:spAutoFit/>
          </a:bodyPr>
          <a:lstStyle/>
          <a:p>
            <a:pPr marL="0" marR="0" lvl="0" indent="0" algn="r" rtl="0">
              <a:lnSpc>
                <a:spcPct val="115000"/>
              </a:lnSpc>
              <a:spcBef>
                <a:spcPts val="0"/>
              </a:spcBef>
              <a:spcAft>
                <a:spcPts val="0"/>
              </a:spcAft>
              <a:buNone/>
            </a:pPr>
            <a:r>
              <a:rPr lang="en-US" sz="3000" b="0" i="0" u="none" strike="noStrike" cap="none">
                <a:solidFill>
                  <a:srgbClr val="FFFFFF"/>
                </a:solidFill>
                <a:latin typeface="Inter"/>
                <a:ea typeface="Inter"/>
                <a:cs typeface="Inter"/>
                <a:sym typeface="Inter"/>
              </a:rPr>
              <a:t>Reflect on your project's impact and discuss how it relates to your initial goals or problem statement.</a:t>
            </a:r>
            <a:endParaRPr/>
          </a:p>
        </p:txBody>
      </p:sp>
      <p:grpSp>
        <p:nvGrpSpPr>
          <p:cNvPr id="225" name="Google Shape;225;p23"/>
          <p:cNvGrpSpPr/>
          <p:nvPr/>
        </p:nvGrpSpPr>
        <p:grpSpPr>
          <a:xfrm>
            <a:off x="0" y="-717110"/>
            <a:ext cx="1028700" cy="11004110"/>
            <a:chOff x="0" y="-47625"/>
            <a:chExt cx="68318" cy="730809"/>
          </a:xfrm>
        </p:grpSpPr>
        <p:sp>
          <p:nvSpPr>
            <p:cNvPr id="226" name="Google Shape;226;p23"/>
            <p:cNvSpPr/>
            <p:nvPr/>
          </p:nvSpPr>
          <p:spPr>
            <a:xfrm>
              <a:off x="0" y="0"/>
              <a:ext cx="68318" cy="683184"/>
            </a:xfrm>
            <a:custGeom>
              <a:avLst/>
              <a:gdLst/>
              <a:ahLst/>
              <a:cxnLst/>
              <a:rect l="l" t="t" r="r" b="b"/>
              <a:pathLst>
                <a:path w="68318" h="683184" extrusionOk="0">
                  <a:moveTo>
                    <a:pt x="0" y="0"/>
                  </a:moveTo>
                  <a:lnTo>
                    <a:pt x="68318" y="0"/>
                  </a:lnTo>
                  <a:lnTo>
                    <a:pt x="68318" y="683184"/>
                  </a:lnTo>
                  <a:lnTo>
                    <a:pt x="0" y="683184"/>
                  </a:lnTo>
                  <a:close/>
                </a:path>
              </a:pathLst>
            </a:custGeom>
            <a:gradFill>
              <a:gsLst>
                <a:gs pos="0">
                  <a:srgbClr val="C6DB63"/>
                </a:gs>
                <a:gs pos="50000">
                  <a:srgbClr val="FBFFE7"/>
                </a:gs>
                <a:gs pos="100000">
                  <a:srgbClr val="B7D0DD"/>
                </a:gs>
              </a:gsLst>
              <a:lin ang="5400000" scaled="0"/>
            </a:gradFill>
            <a:ln>
              <a:noFill/>
            </a:ln>
          </p:spPr>
        </p:sp>
        <p:sp>
          <p:nvSpPr>
            <p:cNvPr id="227" name="Google Shape;227;p23"/>
            <p:cNvSpPr txBox="1"/>
            <p:nvPr/>
          </p:nvSpPr>
          <p:spPr>
            <a:xfrm>
              <a:off x="0" y="-47625"/>
              <a:ext cx="68318" cy="73080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232" name="Google Shape;232;p24"/>
          <p:cNvGrpSpPr/>
          <p:nvPr/>
        </p:nvGrpSpPr>
        <p:grpSpPr>
          <a:xfrm>
            <a:off x="12291982" y="-257026"/>
            <a:ext cx="6063411" cy="10664206"/>
            <a:chOff x="0" y="-47625"/>
            <a:chExt cx="1596948" cy="2808680"/>
          </a:xfrm>
        </p:grpSpPr>
        <p:sp>
          <p:nvSpPr>
            <p:cNvPr id="233" name="Google Shape;233;p24"/>
            <p:cNvSpPr/>
            <p:nvPr/>
          </p:nvSpPr>
          <p:spPr>
            <a:xfrm>
              <a:off x="0" y="0"/>
              <a:ext cx="1596948" cy="2761055"/>
            </a:xfrm>
            <a:custGeom>
              <a:avLst/>
              <a:gdLst/>
              <a:ahLst/>
              <a:cxnLst/>
              <a:rect l="l" t="t" r="r" b="b"/>
              <a:pathLst>
                <a:path w="1596948" h="2761055" extrusionOk="0">
                  <a:moveTo>
                    <a:pt x="0" y="0"/>
                  </a:moveTo>
                  <a:lnTo>
                    <a:pt x="1596948" y="0"/>
                  </a:lnTo>
                  <a:lnTo>
                    <a:pt x="1596948" y="2761055"/>
                  </a:lnTo>
                  <a:lnTo>
                    <a:pt x="0" y="2761055"/>
                  </a:lnTo>
                  <a:close/>
                </a:path>
              </a:pathLst>
            </a:custGeom>
            <a:solidFill>
              <a:srgbClr val="000000"/>
            </a:solidFill>
            <a:ln>
              <a:noFill/>
            </a:ln>
          </p:spPr>
        </p:sp>
        <p:sp>
          <p:nvSpPr>
            <p:cNvPr id="234" name="Google Shape;234;p24"/>
            <p:cNvSpPr txBox="1"/>
            <p:nvPr/>
          </p:nvSpPr>
          <p:spPr>
            <a:xfrm>
              <a:off x="0" y="-47625"/>
              <a:ext cx="1596948" cy="280868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5" name="Google Shape;235;p24"/>
          <p:cNvSpPr/>
          <p:nvPr/>
        </p:nvSpPr>
        <p:spPr>
          <a:xfrm rot="-5400000">
            <a:off x="14016585" y="-1599301"/>
            <a:ext cx="2656351" cy="5246370"/>
          </a:xfrm>
          <a:custGeom>
            <a:avLst/>
            <a:gdLst/>
            <a:ahLst/>
            <a:cxnLst/>
            <a:rect l="l" t="t" r="r" b="b"/>
            <a:pathLst>
              <a:path w="2756754" h="5444670" extrusionOk="0">
                <a:moveTo>
                  <a:pt x="2756754" y="0"/>
                </a:moveTo>
                <a:lnTo>
                  <a:pt x="2756754" y="5444670"/>
                </a:lnTo>
                <a:cubicBezTo>
                  <a:pt x="1234243" y="5444670"/>
                  <a:pt x="0" y="4225837"/>
                  <a:pt x="0" y="2722335"/>
                </a:cubicBezTo>
                <a:cubicBezTo>
                  <a:pt x="0" y="1218833"/>
                  <a:pt x="1234243" y="0"/>
                  <a:pt x="2756754" y="0"/>
                </a:cubicBezTo>
                <a:close/>
              </a:path>
            </a:pathLst>
          </a:custGeom>
          <a:gradFill>
            <a:gsLst>
              <a:gs pos="0">
                <a:srgbClr val="C6DB63"/>
              </a:gs>
              <a:gs pos="50000">
                <a:srgbClr val="B7D0DD"/>
              </a:gs>
              <a:gs pos="100000">
                <a:srgbClr val="FBFFE7"/>
              </a:gs>
            </a:gsLst>
            <a:lin ang="5400000" scaled="0"/>
          </a:gradFill>
          <a:ln w="1270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4"/>
          <p:cNvSpPr/>
          <p:nvPr/>
        </p:nvSpPr>
        <p:spPr>
          <a:xfrm rot="5400000">
            <a:off x="14016585" y="6335640"/>
            <a:ext cx="2656351" cy="5246370"/>
          </a:xfrm>
          <a:custGeom>
            <a:avLst/>
            <a:gdLst/>
            <a:ahLst/>
            <a:cxnLst/>
            <a:rect l="l" t="t" r="r" b="b"/>
            <a:pathLst>
              <a:path w="2756754" h="5444670" extrusionOk="0">
                <a:moveTo>
                  <a:pt x="2756754" y="0"/>
                </a:moveTo>
                <a:lnTo>
                  <a:pt x="2756754" y="5444670"/>
                </a:lnTo>
                <a:cubicBezTo>
                  <a:pt x="1234243" y="5444670"/>
                  <a:pt x="0" y="4225837"/>
                  <a:pt x="0" y="2722335"/>
                </a:cubicBezTo>
                <a:cubicBezTo>
                  <a:pt x="0" y="1218833"/>
                  <a:pt x="1234243" y="0"/>
                  <a:pt x="2756754" y="0"/>
                </a:cubicBezTo>
                <a:close/>
              </a:path>
            </a:pathLst>
          </a:custGeom>
          <a:gradFill>
            <a:gsLst>
              <a:gs pos="0">
                <a:srgbClr val="C6DB63"/>
              </a:gs>
              <a:gs pos="50000">
                <a:srgbClr val="B7D0DD"/>
              </a:gs>
              <a:gs pos="100000">
                <a:srgbClr val="FBFFE7"/>
              </a:gs>
            </a:gsLst>
            <a:lin ang="5400000" scaled="0"/>
          </a:gradFill>
          <a:ln w="1270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7" name="Google Shape;237;p24"/>
          <p:cNvGrpSpPr/>
          <p:nvPr/>
        </p:nvGrpSpPr>
        <p:grpSpPr>
          <a:xfrm>
            <a:off x="1028700" y="3971233"/>
            <a:ext cx="1031875" cy="883961"/>
            <a:chOff x="0" y="0"/>
            <a:chExt cx="948807" cy="812800"/>
          </a:xfrm>
        </p:grpSpPr>
        <p:sp>
          <p:nvSpPr>
            <p:cNvPr id="238" name="Google Shape;238;p24"/>
            <p:cNvSpPr/>
            <p:nvPr/>
          </p:nvSpPr>
          <p:spPr>
            <a:xfrm>
              <a:off x="0" y="0"/>
              <a:ext cx="948807" cy="812800"/>
            </a:xfrm>
            <a:custGeom>
              <a:avLst/>
              <a:gdLst/>
              <a:ahLst/>
              <a:cxnLst/>
              <a:rect l="l" t="t" r="r" b="b"/>
              <a:pathLst>
                <a:path w="948807" h="812800" extrusionOk="0">
                  <a:moveTo>
                    <a:pt x="948807" y="406400"/>
                  </a:moveTo>
                  <a:lnTo>
                    <a:pt x="542407" y="0"/>
                  </a:lnTo>
                  <a:lnTo>
                    <a:pt x="542407" y="203200"/>
                  </a:lnTo>
                  <a:lnTo>
                    <a:pt x="0" y="203200"/>
                  </a:lnTo>
                  <a:lnTo>
                    <a:pt x="0" y="609600"/>
                  </a:lnTo>
                  <a:lnTo>
                    <a:pt x="542407" y="609600"/>
                  </a:lnTo>
                  <a:lnTo>
                    <a:pt x="542407" y="812800"/>
                  </a:lnTo>
                  <a:lnTo>
                    <a:pt x="948807" y="406400"/>
                  </a:lnTo>
                  <a:close/>
                </a:path>
              </a:pathLst>
            </a:custGeom>
            <a:gradFill>
              <a:gsLst>
                <a:gs pos="0">
                  <a:srgbClr val="C6DB63"/>
                </a:gs>
                <a:gs pos="50000">
                  <a:srgbClr val="B7D0DD"/>
                </a:gs>
                <a:gs pos="100000">
                  <a:srgbClr val="FBFFE7"/>
                </a:gs>
              </a:gsLst>
              <a:lin ang="5400000" scaled="0"/>
            </a:gradFill>
            <a:ln>
              <a:noFill/>
            </a:ln>
          </p:spPr>
        </p:sp>
        <p:sp>
          <p:nvSpPr>
            <p:cNvPr id="239" name="Google Shape;239;p24"/>
            <p:cNvSpPr txBox="1"/>
            <p:nvPr/>
          </p:nvSpPr>
          <p:spPr>
            <a:xfrm>
              <a:off x="0" y="155575"/>
              <a:ext cx="847207"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0" name="Google Shape;240;p24"/>
          <p:cNvSpPr txBox="1"/>
          <p:nvPr/>
        </p:nvSpPr>
        <p:spPr>
          <a:xfrm>
            <a:off x="2253824" y="3879398"/>
            <a:ext cx="2992797" cy="495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200" b="0" i="0" u="none" strike="noStrike" cap="none">
                <a:solidFill>
                  <a:srgbClr val="000000"/>
                </a:solidFill>
                <a:latin typeface="Inter"/>
                <a:ea typeface="Inter"/>
                <a:cs typeface="Inter"/>
                <a:sym typeface="Inter"/>
              </a:rPr>
              <a:t>Key point here</a:t>
            </a:r>
            <a:endParaRPr/>
          </a:p>
        </p:txBody>
      </p:sp>
      <p:sp>
        <p:nvSpPr>
          <p:cNvPr id="241" name="Google Shape;241;p24"/>
          <p:cNvSpPr txBox="1"/>
          <p:nvPr/>
        </p:nvSpPr>
        <p:spPr>
          <a:xfrm>
            <a:off x="2253824" y="4558795"/>
            <a:ext cx="7637464" cy="405765"/>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0" i="0" u="none" strike="noStrike" cap="none">
                <a:solidFill>
                  <a:srgbClr val="000000"/>
                </a:solidFill>
                <a:latin typeface="Inter"/>
                <a:ea typeface="Inter"/>
                <a:cs typeface="Inter"/>
                <a:sym typeface="Inter"/>
              </a:rPr>
              <a:t>Briefly reflect on your key point or takeaway here.</a:t>
            </a:r>
            <a:endParaRPr/>
          </a:p>
        </p:txBody>
      </p:sp>
      <p:sp>
        <p:nvSpPr>
          <p:cNvPr id="242" name="Google Shape;242;p24"/>
          <p:cNvSpPr txBox="1"/>
          <p:nvPr/>
        </p:nvSpPr>
        <p:spPr>
          <a:xfrm>
            <a:off x="2253824" y="5752387"/>
            <a:ext cx="4267094" cy="495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200" b="0" i="0" u="none" strike="noStrike" cap="none">
                <a:solidFill>
                  <a:srgbClr val="000000"/>
                </a:solidFill>
                <a:latin typeface="Inter"/>
                <a:ea typeface="Inter"/>
                <a:cs typeface="Inter"/>
                <a:sym typeface="Inter"/>
              </a:rPr>
              <a:t>Key point here</a:t>
            </a:r>
            <a:endParaRPr/>
          </a:p>
        </p:txBody>
      </p:sp>
      <p:sp>
        <p:nvSpPr>
          <p:cNvPr id="243" name="Google Shape;243;p24"/>
          <p:cNvSpPr txBox="1"/>
          <p:nvPr/>
        </p:nvSpPr>
        <p:spPr>
          <a:xfrm>
            <a:off x="2253824" y="6428662"/>
            <a:ext cx="7637464" cy="405765"/>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0" i="0" u="none" strike="noStrike" cap="none">
                <a:solidFill>
                  <a:srgbClr val="000000"/>
                </a:solidFill>
                <a:latin typeface="Inter"/>
                <a:ea typeface="Inter"/>
                <a:cs typeface="Inter"/>
                <a:sym typeface="Inter"/>
              </a:rPr>
              <a:t>Briefly reflect on your key point or takeaway here.</a:t>
            </a:r>
            <a:endParaRPr/>
          </a:p>
        </p:txBody>
      </p:sp>
      <p:sp>
        <p:nvSpPr>
          <p:cNvPr id="244" name="Google Shape;244;p24"/>
          <p:cNvSpPr txBox="1"/>
          <p:nvPr/>
        </p:nvSpPr>
        <p:spPr>
          <a:xfrm>
            <a:off x="2253824" y="7797921"/>
            <a:ext cx="2992797" cy="495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200" b="0" i="0" u="none" strike="noStrike" cap="none">
                <a:solidFill>
                  <a:srgbClr val="000000"/>
                </a:solidFill>
                <a:latin typeface="Inter"/>
                <a:ea typeface="Inter"/>
                <a:cs typeface="Inter"/>
                <a:sym typeface="Inter"/>
              </a:rPr>
              <a:t>Key point here</a:t>
            </a:r>
            <a:endParaRPr/>
          </a:p>
        </p:txBody>
      </p:sp>
      <p:sp>
        <p:nvSpPr>
          <p:cNvPr id="245" name="Google Shape;245;p24"/>
          <p:cNvSpPr txBox="1"/>
          <p:nvPr/>
        </p:nvSpPr>
        <p:spPr>
          <a:xfrm>
            <a:off x="2253824" y="8474196"/>
            <a:ext cx="7637464" cy="405765"/>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0" i="0" u="none" strike="noStrike" cap="none">
                <a:solidFill>
                  <a:srgbClr val="000000"/>
                </a:solidFill>
                <a:latin typeface="Inter"/>
                <a:ea typeface="Inter"/>
                <a:cs typeface="Inter"/>
                <a:sym typeface="Inter"/>
              </a:rPr>
              <a:t>Briefly reflect on your key point or takeaway here.</a:t>
            </a:r>
            <a:endParaRPr/>
          </a:p>
        </p:txBody>
      </p:sp>
      <p:sp>
        <p:nvSpPr>
          <p:cNvPr id="246" name="Google Shape;246;p24"/>
          <p:cNvSpPr txBox="1"/>
          <p:nvPr/>
        </p:nvSpPr>
        <p:spPr>
          <a:xfrm>
            <a:off x="1028700" y="1019175"/>
            <a:ext cx="5712370" cy="1990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500" b="0" i="0" u="none" strike="noStrike" cap="none">
                <a:solidFill>
                  <a:srgbClr val="000000"/>
                </a:solidFill>
                <a:latin typeface="Raleway"/>
                <a:ea typeface="Raleway"/>
                <a:cs typeface="Raleway"/>
                <a:sym typeface="Raleway"/>
              </a:rPr>
              <a:t>Summary of key points</a:t>
            </a:r>
            <a:endParaRPr/>
          </a:p>
        </p:txBody>
      </p:sp>
      <p:grpSp>
        <p:nvGrpSpPr>
          <p:cNvPr id="247" name="Google Shape;247;p24"/>
          <p:cNvGrpSpPr/>
          <p:nvPr/>
        </p:nvGrpSpPr>
        <p:grpSpPr>
          <a:xfrm>
            <a:off x="1028700" y="5856189"/>
            <a:ext cx="1031875" cy="883961"/>
            <a:chOff x="0" y="0"/>
            <a:chExt cx="948807" cy="812800"/>
          </a:xfrm>
        </p:grpSpPr>
        <p:sp>
          <p:nvSpPr>
            <p:cNvPr id="248" name="Google Shape;248;p24"/>
            <p:cNvSpPr/>
            <p:nvPr/>
          </p:nvSpPr>
          <p:spPr>
            <a:xfrm>
              <a:off x="0" y="0"/>
              <a:ext cx="948807" cy="812800"/>
            </a:xfrm>
            <a:custGeom>
              <a:avLst/>
              <a:gdLst/>
              <a:ahLst/>
              <a:cxnLst/>
              <a:rect l="l" t="t" r="r" b="b"/>
              <a:pathLst>
                <a:path w="948807" h="812800" extrusionOk="0">
                  <a:moveTo>
                    <a:pt x="948807" y="406400"/>
                  </a:moveTo>
                  <a:lnTo>
                    <a:pt x="542407" y="0"/>
                  </a:lnTo>
                  <a:lnTo>
                    <a:pt x="542407" y="203200"/>
                  </a:lnTo>
                  <a:lnTo>
                    <a:pt x="0" y="203200"/>
                  </a:lnTo>
                  <a:lnTo>
                    <a:pt x="0" y="609600"/>
                  </a:lnTo>
                  <a:lnTo>
                    <a:pt x="542407" y="609600"/>
                  </a:lnTo>
                  <a:lnTo>
                    <a:pt x="542407" y="812800"/>
                  </a:lnTo>
                  <a:lnTo>
                    <a:pt x="948807" y="406400"/>
                  </a:lnTo>
                  <a:close/>
                </a:path>
              </a:pathLst>
            </a:custGeom>
            <a:gradFill>
              <a:gsLst>
                <a:gs pos="0">
                  <a:srgbClr val="C6DB63"/>
                </a:gs>
                <a:gs pos="50000">
                  <a:srgbClr val="B7D0DD"/>
                </a:gs>
                <a:gs pos="100000">
                  <a:srgbClr val="FBFFE7"/>
                </a:gs>
              </a:gsLst>
              <a:lin ang="5400000" scaled="0"/>
            </a:gradFill>
            <a:ln>
              <a:noFill/>
            </a:ln>
          </p:spPr>
        </p:sp>
        <p:sp>
          <p:nvSpPr>
            <p:cNvPr id="249" name="Google Shape;249;p24"/>
            <p:cNvSpPr txBox="1"/>
            <p:nvPr/>
          </p:nvSpPr>
          <p:spPr>
            <a:xfrm>
              <a:off x="0" y="155575"/>
              <a:ext cx="847207"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0" name="Google Shape;250;p24"/>
          <p:cNvGrpSpPr/>
          <p:nvPr/>
        </p:nvGrpSpPr>
        <p:grpSpPr>
          <a:xfrm>
            <a:off x="1028700" y="7901723"/>
            <a:ext cx="1031875" cy="883961"/>
            <a:chOff x="0" y="0"/>
            <a:chExt cx="948807" cy="812800"/>
          </a:xfrm>
        </p:grpSpPr>
        <p:sp>
          <p:nvSpPr>
            <p:cNvPr id="251" name="Google Shape;251;p24"/>
            <p:cNvSpPr/>
            <p:nvPr/>
          </p:nvSpPr>
          <p:spPr>
            <a:xfrm>
              <a:off x="0" y="0"/>
              <a:ext cx="948807" cy="812800"/>
            </a:xfrm>
            <a:custGeom>
              <a:avLst/>
              <a:gdLst/>
              <a:ahLst/>
              <a:cxnLst/>
              <a:rect l="l" t="t" r="r" b="b"/>
              <a:pathLst>
                <a:path w="948807" h="812800" extrusionOk="0">
                  <a:moveTo>
                    <a:pt x="948807" y="406400"/>
                  </a:moveTo>
                  <a:lnTo>
                    <a:pt x="542407" y="0"/>
                  </a:lnTo>
                  <a:lnTo>
                    <a:pt x="542407" y="203200"/>
                  </a:lnTo>
                  <a:lnTo>
                    <a:pt x="0" y="203200"/>
                  </a:lnTo>
                  <a:lnTo>
                    <a:pt x="0" y="609600"/>
                  </a:lnTo>
                  <a:lnTo>
                    <a:pt x="542407" y="609600"/>
                  </a:lnTo>
                  <a:lnTo>
                    <a:pt x="542407" y="812800"/>
                  </a:lnTo>
                  <a:lnTo>
                    <a:pt x="948807" y="406400"/>
                  </a:lnTo>
                  <a:close/>
                </a:path>
              </a:pathLst>
            </a:custGeom>
            <a:gradFill>
              <a:gsLst>
                <a:gs pos="0">
                  <a:srgbClr val="C6DB63"/>
                </a:gs>
                <a:gs pos="50000">
                  <a:srgbClr val="B7D0DD"/>
                </a:gs>
                <a:gs pos="100000">
                  <a:srgbClr val="FBFFE7"/>
                </a:gs>
              </a:gsLst>
              <a:lin ang="5400000" scaled="0"/>
            </a:gradFill>
            <a:ln>
              <a:noFill/>
            </a:ln>
          </p:spPr>
        </p:sp>
        <p:sp>
          <p:nvSpPr>
            <p:cNvPr id="252" name="Google Shape;252;p24"/>
            <p:cNvSpPr txBox="1"/>
            <p:nvPr/>
          </p:nvSpPr>
          <p:spPr>
            <a:xfrm>
              <a:off x="0" y="155575"/>
              <a:ext cx="847207"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53" name="Google Shape;253;p24"/>
          <p:cNvPicPr preferRelativeResize="0"/>
          <p:nvPr/>
        </p:nvPicPr>
        <p:blipFill>
          <a:blip r:embed="rId3">
            <a:alphaModFix/>
          </a:blip>
          <a:stretch>
            <a:fillRect/>
          </a:stretch>
        </p:blipFill>
        <p:spPr>
          <a:xfrm>
            <a:off x="12677037" y="2352050"/>
            <a:ext cx="5335500" cy="5335500"/>
          </a:xfrm>
          <a:prstGeom prst="ellipse">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7"/>
        <p:cNvGrpSpPr/>
        <p:nvPr/>
      </p:nvGrpSpPr>
      <p:grpSpPr>
        <a:xfrm>
          <a:off x="0" y="0"/>
          <a:ext cx="0" cy="0"/>
          <a:chOff x="0" y="0"/>
          <a:chExt cx="0" cy="0"/>
        </a:xfrm>
      </p:grpSpPr>
      <p:grpSp>
        <p:nvGrpSpPr>
          <p:cNvPr id="258" name="Google Shape;258;p25"/>
          <p:cNvGrpSpPr/>
          <p:nvPr/>
        </p:nvGrpSpPr>
        <p:grpSpPr>
          <a:xfrm>
            <a:off x="0" y="4787468"/>
            <a:ext cx="18288000" cy="5499532"/>
            <a:chOff x="0" y="-47625"/>
            <a:chExt cx="4816593" cy="1448437"/>
          </a:xfrm>
        </p:grpSpPr>
        <p:sp>
          <p:nvSpPr>
            <p:cNvPr id="259" name="Google Shape;259;p25"/>
            <p:cNvSpPr/>
            <p:nvPr/>
          </p:nvSpPr>
          <p:spPr>
            <a:xfrm>
              <a:off x="0" y="0"/>
              <a:ext cx="4816592" cy="1400811"/>
            </a:xfrm>
            <a:custGeom>
              <a:avLst/>
              <a:gdLst/>
              <a:ahLst/>
              <a:cxnLst/>
              <a:rect l="l" t="t" r="r" b="b"/>
              <a:pathLst>
                <a:path w="4816592" h="1400811" extrusionOk="0">
                  <a:moveTo>
                    <a:pt x="0" y="0"/>
                  </a:moveTo>
                  <a:lnTo>
                    <a:pt x="4816592" y="0"/>
                  </a:lnTo>
                  <a:lnTo>
                    <a:pt x="4816592" y="1400811"/>
                  </a:lnTo>
                  <a:lnTo>
                    <a:pt x="0" y="1400811"/>
                  </a:lnTo>
                  <a:close/>
                </a:path>
              </a:pathLst>
            </a:custGeom>
            <a:solidFill>
              <a:srgbClr val="FFFFFF"/>
            </a:solidFill>
            <a:ln>
              <a:noFill/>
            </a:ln>
          </p:spPr>
        </p:sp>
        <p:sp>
          <p:nvSpPr>
            <p:cNvPr id="260" name="Google Shape;260;p25"/>
            <p:cNvSpPr txBox="1"/>
            <p:nvPr/>
          </p:nvSpPr>
          <p:spPr>
            <a:xfrm>
              <a:off x="0" y="-47625"/>
              <a:ext cx="4816593" cy="1448437"/>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1" name="Google Shape;261;p25"/>
          <p:cNvGrpSpPr/>
          <p:nvPr/>
        </p:nvGrpSpPr>
        <p:grpSpPr>
          <a:xfrm>
            <a:off x="15606636" y="1266149"/>
            <a:ext cx="1652664" cy="1652664"/>
            <a:chOff x="0" y="0"/>
            <a:chExt cx="812800" cy="812800"/>
          </a:xfrm>
        </p:grpSpPr>
        <p:sp>
          <p:nvSpPr>
            <p:cNvPr id="262" name="Google Shape;262;p25"/>
            <p:cNvSpPr/>
            <p:nvPr/>
          </p:nvSpPr>
          <p:spPr>
            <a:xfrm>
              <a:off x="0" y="0"/>
              <a:ext cx="812800" cy="812800"/>
            </a:xfrm>
            <a:custGeom>
              <a:avLst/>
              <a:gdLst/>
              <a:ahLst/>
              <a:cxnLst/>
              <a:rect l="l" t="t" r="r" b="b"/>
              <a:pathLst>
                <a:path w="812800" h="812800" extrusionOk="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gradFill>
              <a:gsLst>
                <a:gs pos="0">
                  <a:srgbClr val="C6DB63"/>
                </a:gs>
                <a:gs pos="50000">
                  <a:srgbClr val="FBFFE7"/>
                </a:gs>
                <a:gs pos="100000">
                  <a:srgbClr val="B7D0DD"/>
                </a:gs>
              </a:gsLst>
              <a:lin ang="5400000" scaled="0"/>
            </a:gradFill>
            <a:ln>
              <a:noFill/>
            </a:ln>
          </p:spPr>
        </p:sp>
        <p:sp>
          <p:nvSpPr>
            <p:cNvPr id="263" name="Google Shape;263;p25"/>
            <p:cNvSpPr txBox="1"/>
            <p:nvPr/>
          </p:nvSpPr>
          <p:spPr>
            <a:xfrm>
              <a:off x="127000" y="79375"/>
              <a:ext cx="558800" cy="606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4" name="Google Shape;264;p25"/>
          <p:cNvGrpSpPr/>
          <p:nvPr/>
        </p:nvGrpSpPr>
        <p:grpSpPr>
          <a:xfrm rot="-5400000">
            <a:off x="13720106" y="1266149"/>
            <a:ext cx="1652664" cy="1652664"/>
            <a:chOff x="0" y="0"/>
            <a:chExt cx="812800" cy="812800"/>
          </a:xfrm>
        </p:grpSpPr>
        <p:sp>
          <p:nvSpPr>
            <p:cNvPr id="265" name="Google Shape;265;p2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C6DB63"/>
                </a:gs>
                <a:gs pos="50000">
                  <a:srgbClr val="FBFFE7"/>
                </a:gs>
                <a:gs pos="100000">
                  <a:srgbClr val="B7D0DD"/>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5"/>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7" name="Google Shape;267;p25"/>
          <p:cNvGrpSpPr/>
          <p:nvPr/>
        </p:nvGrpSpPr>
        <p:grpSpPr>
          <a:xfrm>
            <a:off x="11834163" y="1266149"/>
            <a:ext cx="1652076" cy="1652664"/>
            <a:chOff x="0" y="0"/>
            <a:chExt cx="710947" cy="711200"/>
          </a:xfrm>
        </p:grpSpPr>
        <p:sp>
          <p:nvSpPr>
            <p:cNvPr id="268" name="Google Shape;268;p25"/>
            <p:cNvSpPr/>
            <p:nvPr/>
          </p:nvSpPr>
          <p:spPr>
            <a:xfrm>
              <a:off x="0" y="0"/>
              <a:ext cx="710947" cy="711200"/>
            </a:xfrm>
            <a:custGeom>
              <a:avLst/>
              <a:gdLst/>
              <a:ahLst/>
              <a:cxnLst/>
              <a:rect l="l" t="t" r="r" b="b"/>
              <a:pathLst>
                <a:path w="710947" h="711200" extrusionOk="0">
                  <a:moveTo>
                    <a:pt x="355474" y="0"/>
                  </a:moveTo>
                  <a:lnTo>
                    <a:pt x="710947" y="711200"/>
                  </a:lnTo>
                  <a:lnTo>
                    <a:pt x="0" y="711200"/>
                  </a:lnTo>
                  <a:lnTo>
                    <a:pt x="355474" y="0"/>
                  </a:lnTo>
                  <a:close/>
                </a:path>
              </a:pathLst>
            </a:custGeom>
            <a:gradFill>
              <a:gsLst>
                <a:gs pos="0">
                  <a:srgbClr val="C6DB63"/>
                </a:gs>
                <a:gs pos="50000">
                  <a:srgbClr val="B7D0DD"/>
                </a:gs>
                <a:gs pos="100000">
                  <a:srgbClr val="FBFFE7"/>
                </a:gs>
              </a:gsLst>
              <a:lin ang="5400000" scaled="0"/>
            </a:gradFill>
            <a:ln>
              <a:noFill/>
            </a:ln>
          </p:spPr>
        </p:sp>
        <p:sp>
          <p:nvSpPr>
            <p:cNvPr id="269" name="Google Shape;269;p25"/>
            <p:cNvSpPr txBox="1"/>
            <p:nvPr/>
          </p:nvSpPr>
          <p:spPr>
            <a:xfrm>
              <a:off x="111086" y="282575"/>
              <a:ext cx="488776" cy="3778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0" name="Google Shape;270;p25"/>
          <p:cNvSpPr txBox="1"/>
          <p:nvPr/>
        </p:nvSpPr>
        <p:spPr>
          <a:xfrm>
            <a:off x="1028700" y="1276350"/>
            <a:ext cx="8794895" cy="18799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12" b="0" i="0" u="none" strike="noStrike" cap="none">
                <a:solidFill>
                  <a:srgbClr val="FFFFFF"/>
                </a:solidFill>
                <a:latin typeface="Raleway"/>
                <a:ea typeface="Raleway"/>
                <a:cs typeface="Raleway"/>
                <a:sym typeface="Raleway"/>
              </a:rPr>
              <a:t>Reach out</a:t>
            </a:r>
            <a:endParaRPr/>
          </a:p>
        </p:txBody>
      </p:sp>
      <p:grpSp>
        <p:nvGrpSpPr>
          <p:cNvPr id="271" name="Google Shape;271;p25"/>
          <p:cNvGrpSpPr/>
          <p:nvPr/>
        </p:nvGrpSpPr>
        <p:grpSpPr>
          <a:xfrm>
            <a:off x="1028700" y="5460462"/>
            <a:ext cx="7830512" cy="1924903"/>
            <a:chOff x="0" y="-47625"/>
            <a:chExt cx="881508" cy="216693"/>
          </a:xfrm>
        </p:grpSpPr>
        <p:sp>
          <p:nvSpPr>
            <p:cNvPr id="272" name="Google Shape;272;p25"/>
            <p:cNvSpPr/>
            <p:nvPr/>
          </p:nvSpPr>
          <p:spPr>
            <a:xfrm>
              <a:off x="0" y="0"/>
              <a:ext cx="881508" cy="169068"/>
            </a:xfrm>
            <a:custGeom>
              <a:avLst/>
              <a:gdLst/>
              <a:ahLst/>
              <a:cxnLst/>
              <a:rect l="l" t="t" r="r" b="b"/>
              <a:pathLst>
                <a:path w="881508" h="169068" extrusionOk="0">
                  <a:moveTo>
                    <a:pt x="49434" y="0"/>
                  </a:moveTo>
                  <a:lnTo>
                    <a:pt x="832074" y="0"/>
                  </a:lnTo>
                  <a:cubicBezTo>
                    <a:pt x="859376" y="0"/>
                    <a:pt x="881508" y="22132"/>
                    <a:pt x="881508" y="49434"/>
                  </a:cubicBezTo>
                  <a:lnTo>
                    <a:pt x="881508" y="119634"/>
                  </a:lnTo>
                  <a:cubicBezTo>
                    <a:pt x="881508" y="146936"/>
                    <a:pt x="859376" y="169068"/>
                    <a:pt x="832074" y="169068"/>
                  </a:cubicBezTo>
                  <a:lnTo>
                    <a:pt x="49434" y="169068"/>
                  </a:lnTo>
                  <a:cubicBezTo>
                    <a:pt x="22132" y="169068"/>
                    <a:pt x="0" y="146936"/>
                    <a:pt x="0" y="119634"/>
                  </a:cubicBezTo>
                  <a:lnTo>
                    <a:pt x="0" y="49434"/>
                  </a:lnTo>
                  <a:cubicBezTo>
                    <a:pt x="0" y="22132"/>
                    <a:pt x="22132" y="0"/>
                    <a:pt x="49434" y="0"/>
                  </a:cubicBezTo>
                  <a:close/>
                </a:path>
              </a:pathLst>
            </a:custGeom>
            <a:gradFill>
              <a:gsLst>
                <a:gs pos="0">
                  <a:srgbClr val="C6DB63"/>
                </a:gs>
                <a:gs pos="50000">
                  <a:srgbClr val="B7D0DD"/>
                </a:gs>
                <a:gs pos="100000">
                  <a:srgbClr val="FBFFE7"/>
                </a:gs>
              </a:gsLst>
              <a:lin ang="27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5"/>
            <p:cNvSpPr txBox="1"/>
            <p:nvPr/>
          </p:nvSpPr>
          <p:spPr>
            <a:xfrm>
              <a:off x="0" y="-47625"/>
              <a:ext cx="881508" cy="21669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4" name="Google Shape;274;p25"/>
          <p:cNvGrpSpPr/>
          <p:nvPr/>
        </p:nvGrpSpPr>
        <p:grpSpPr>
          <a:xfrm>
            <a:off x="1028700" y="7330184"/>
            <a:ext cx="7830512" cy="1924903"/>
            <a:chOff x="0" y="-47625"/>
            <a:chExt cx="881508" cy="216693"/>
          </a:xfrm>
        </p:grpSpPr>
        <p:sp>
          <p:nvSpPr>
            <p:cNvPr id="275" name="Google Shape;275;p25"/>
            <p:cNvSpPr/>
            <p:nvPr/>
          </p:nvSpPr>
          <p:spPr>
            <a:xfrm>
              <a:off x="0" y="0"/>
              <a:ext cx="881508" cy="169068"/>
            </a:xfrm>
            <a:custGeom>
              <a:avLst/>
              <a:gdLst/>
              <a:ahLst/>
              <a:cxnLst/>
              <a:rect l="l" t="t" r="r" b="b"/>
              <a:pathLst>
                <a:path w="881508" h="169068" extrusionOk="0">
                  <a:moveTo>
                    <a:pt x="49434" y="0"/>
                  </a:moveTo>
                  <a:lnTo>
                    <a:pt x="832074" y="0"/>
                  </a:lnTo>
                  <a:cubicBezTo>
                    <a:pt x="859376" y="0"/>
                    <a:pt x="881508" y="22132"/>
                    <a:pt x="881508" y="49434"/>
                  </a:cubicBezTo>
                  <a:lnTo>
                    <a:pt x="881508" y="119634"/>
                  </a:lnTo>
                  <a:cubicBezTo>
                    <a:pt x="881508" y="146936"/>
                    <a:pt x="859376" y="169068"/>
                    <a:pt x="832074" y="169068"/>
                  </a:cubicBezTo>
                  <a:lnTo>
                    <a:pt x="49434" y="169068"/>
                  </a:lnTo>
                  <a:cubicBezTo>
                    <a:pt x="22132" y="169068"/>
                    <a:pt x="0" y="146936"/>
                    <a:pt x="0" y="119634"/>
                  </a:cubicBezTo>
                  <a:lnTo>
                    <a:pt x="0" y="49434"/>
                  </a:lnTo>
                  <a:cubicBezTo>
                    <a:pt x="0" y="22132"/>
                    <a:pt x="22132" y="0"/>
                    <a:pt x="49434" y="0"/>
                  </a:cubicBezTo>
                  <a:close/>
                </a:path>
              </a:pathLst>
            </a:custGeom>
            <a:gradFill>
              <a:gsLst>
                <a:gs pos="0">
                  <a:srgbClr val="C6DB63"/>
                </a:gs>
                <a:gs pos="50000">
                  <a:srgbClr val="B7D0DD"/>
                </a:gs>
                <a:gs pos="100000">
                  <a:srgbClr val="FBFFE7"/>
                </a:gs>
              </a:gsLst>
              <a:lin ang="27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5"/>
            <p:cNvSpPr txBox="1"/>
            <p:nvPr/>
          </p:nvSpPr>
          <p:spPr>
            <a:xfrm>
              <a:off x="0" y="-47625"/>
              <a:ext cx="881508" cy="21669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7" name="Google Shape;277;p25"/>
          <p:cNvGrpSpPr/>
          <p:nvPr/>
        </p:nvGrpSpPr>
        <p:grpSpPr>
          <a:xfrm>
            <a:off x="9428788" y="7333397"/>
            <a:ext cx="7830512" cy="1924903"/>
            <a:chOff x="0" y="-47625"/>
            <a:chExt cx="881508" cy="216693"/>
          </a:xfrm>
        </p:grpSpPr>
        <p:sp>
          <p:nvSpPr>
            <p:cNvPr id="278" name="Google Shape;278;p25"/>
            <p:cNvSpPr/>
            <p:nvPr/>
          </p:nvSpPr>
          <p:spPr>
            <a:xfrm>
              <a:off x="0" y="0"/>
              <a:ext cx="881508" cy="169068"/>
            </a:xfrm>
            <a:custGeom>
              <a:avLst/>
              <a:gdLst/>
              <a:ahLst/>
              <a:cxnLst/>
              <a:rect l="l" t="t" r="r" b="b"/>
              <a:pathLst>
                <a:path w="881508" h="169068" extrusionOk="0">
                  <a:moveTo>
                    <a:pt x="49434" y="0"/>
                  </a:moveTo>
                  <a:lnTo>
                    <a:pt x="832074" y="0"/>
                  </a:lnTo>
                  <a:cubicBezTo>
                    <a:pt x="859376" y="0"/>
                    <a:pt x="881508" y="22132"/>
                    <a:pt x="881508" y="49434"/>
                  </a:cubicBezTo>
                  <a:lnTo>
                    <a:pt x="881508" y="119634"/>
                  </a:lnTo>
                  <a:cubicBezTo>
                    <a:pt x="881508" y="146936"/>
                    <a:pt x="859376" y="169068"/>
                    <a:pt x="832074" y="169068"/>
                  </a:cubicBezTo>
                  <a:lnTo>
                    <a:pt x="49434" y="169068"/>
                  </a:lnTo>
                  <a:cubicBezTo>
                    <a:pt x="22132" y="169068"/>
                    <a:pt x="0" y="146936"/>
                    <a:pt x="0" y="119634"/>
                  </a:cubicBezTo>
                  <a:lnTo>
                    <a:pt x="0" y="49434"/>
                  </a:lnTo>
                  <a:cubicBezTo>
                    <a:pt x="0" y="22132"/>
                    <a:pt x="22132" y="0"/>
                    <a:pt x="49434" y="0"/>
                  </a:cubicBezTo>
                  <a:close/>
                </a:path>
              </a:pathLst>
            </a:custGeom>
            <a:gradFill>
              <a:gsLst>
                <a:gs pos="0">
                  <a:srgbClr val="C6DB63"/>
                </a:gs>
                <a:gs pos="50000">
                  <a:srgbClr val="B7D0DD"/>
                </a:gs>
                <a:gs pos="100000">
                  <a:srgbClr val="FBFFE7"/>
                </a:gs>
              </a:gsLst>
              <a:lin ang="27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5"/>
            <p:cNvSpPr txBox="1"/>
            <p:nvPr/>
          </p:nvSpPr>
          <p:spPr>
            <a:xfrm>
              <a:off x="0" y="-47625"/>
              <a:ext cx="881508" cy="21669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0" name="Google Shape;280;p25"/>
          <p:cNvGrpSpPr/>
          <p:nvPr/>
        </p:nvGrpSpPr>
        <p:grpSpPr>
          <a:xfrm>
            <a:off x="9428788" y="5460462"/>
            <a:ext cx="7830512" cy="1924903"/>
            <a:chOff x="0" y="-47625"/>
            <a:chExt cx="881508" cy="216693"/>
          </a:xfrm>
        </p:grpSpPr>
        <p:sp>
          <p:nvSpPr>
            <p:cNvPr id="281" name="Google Shape;281;p25"/>
            <p:cNvSpPr/>
            <p:nvPr/>
          </p:nvSpPr>
          <p:spPr>
            <a:xfrm>
              <a:off x="0" y="0"/>
              <a:ext cx="881508" cy="169068"/>
            </a:xfrm>
            <a:custGeom>
              <a:avLst/>
              <a:gdLst/>
              <a:ahLst/>
              <a:cxnLst/>
              <a:rect l="l" t="t" r="r" b="b"/>
              <a:pathLst>
                <a:path w="881508" h="169068" extrusionOk="0">
                  <a:moveTo>
                    <a:pt x="49434" y="0"/>
                  </a:moveTo>
                  <a:lnTo>
                    <a:pt x="832074" y="0"/>
                  </a:lnTo>
                  <a:cubicBezTo>
                    <a:pt x="859376" y="0"/>
                    <a:pt x="881508" y="22132"/>
                    <a:pt x="881508" y="49434"/>
                  </a:cubicBezTo>
                  <a:lnTo>
                    <a:pt x="881508" y="119634"/>
                  </a:lnTo>
                  <a:cubicBezTo>
                    <a:pt x="881508" y="146936"/>
                    <a:pt x="859376" y="169068"/>
                    <a:pt x="832074" y="169068"/>
                  </a:cubicBezTo>
                  <a:lnTo>
                    <a:pt x="49434" y="169068"/>
                  </a:lnTo>
                  <a:cubicBezTo>
                    <a:pt x="22132" y="169068"/>
                    <a:pt x="0" y="146936"/>
                    <a:pt x="0" y="119634"/>
                  </a:cubicBezTo>
                  <a:lnTo>
                    <a:pt x="0" y="49434"/>
                  </a:lnTo>
                  <a:cubicBezTo>
                    <a:pt x="0" y="22132"/>
                    <a:pt x="22132" y="0"/>
                    <a:pt x="49434" y="0"/>
                  </a:cubicBezTo>
                  <a:close/>
                </a:path>
              </a:pathLst>
            </a:custGeom>
            <a:gradFill>
              <a:gsLst>
                <a:gs pos="0">
                  <a:srgbClr val="C6DB63"/>
                </a:gs>
                <a:gs pos="50000">
                  <a:srgbClr val="B7D0DD"/>
                </a:gs>
                <a:gs pos="100000">
                  <a:srgbClr val="FBFFE7"/>
                </a:gs>
              </a:gsLst>
              <a:lin ang="27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5"/>
            <p:cNvSpPr txBox="1"/>
            <p:nvPr/>
          </p:nvSpPr>
          <p:spPr>
            <a:xfrm>
              <a:off x="0" y="-47625"/>
              <a:ext cx="881508" cy="21669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25"/>
          <p:cNvGrpSpPr/>
          <p:nvPr/>
        </p:nvGrpSpPr>
        <p:grpSpPr>
          <a:xfrm>
            <a:off x="1479520" y="6074530"/>
            <a:ext cx="6928872" cy="1005999"/>
            <a:chOff x="0" y="-85725"/>
            <a:chExt cx="9238496" cy="1341331"/>
          </a:xfrm>
        </p:grpSpPr>
        <p:sp>
          <p:nvSpPr>
            <p:cNvPr id="284" name="Google Shape;284;p25"/>
            <p:cNvSpPr txBox="1"/>
            <p:nvPr/>
          </p:nvSpPr>
          <p:spPr>
            <a:xfrm>
              <a:off x="0" y="-85725"/>
              <a:ext cx="9238496" cy="5734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a:solidFill>
                    <a:srgbClr val="000000"/>
                  </a:solidFill>
                  <a:latin typeface="Arimo"/>
                  <a:ea typeface="Arimo"/>
                  <a:cs typeface="Arimo"/>
                  <a:sym typeface="Arimo"/>
                </a:rPr>
                <a:t>Email </a:t>
              </a:r>
              <a:endParaRPr/>
            </a:p>
          </p:txBody>
        </p:sp>
        <p:sp>
          <p:nvSpPr>
            <p:cNvPr id="285" name="Google Shape;285;p25"/>
            <p:cNvSpPr txBox="1"/>
            <p:nvPr/>
          </p:nvSpPr>
          <p:spPr>
            <a:xfrm>
              <a:off x="0" y="548005"/>
              <a:ext cx="9238496" cy="70760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0" i="0" u="none" strike="noStrike" cap="none">
                  <a:solidFill>
                    <a:srgbClr val="000000"/>
                  </a:solidFill>
                  <a:latin typeface="Inter"/>
                  <a:ea typeface="Inter"/>
                  <a:cs typeface="Inter"/>
                  <a:sym typeface="Inter"/>
                </a:rPr>
                <a:t>hello@reallygreatsite.com</a:t>
              </a:r>
              <a:endParaRPr/>
            </a:p>
          </p:txBody>
        </p:sp>
      </p:grpSp>
      <p:grpSp>
        <p:nvGrpSpPr>
          <p:cNvPr id="286" name="Google Shape;286;p25"/>
          <p:cNvGrpSpPr/>
          <p:nvPr/>
        </p:nvGrpSpPr>
        <p:grpSpPr>
          <a:xfrm>
            <a:off x="1467657" y="7951396"/>
            <a:ext cx="6952597" cy="998855"/>
            <a:chOff x="0" y="-76200"/>
            <a:chExt cx="9270129" cy="1331806"/>
          </a:xfrm>
        </p:grpSpPr>
        <p:sp>
          <p:nvSpPr>
            <p:cNvPr id="287" name="Google Shape;287;p25"/>
            <p:cNvSpPr txBox="1"/>
            <p:nvPr/>
          </p:nvSpPr>
          <p:spPr>
            <a:xfrm>
              <a:off x="0" y="-76200"/>
              <a:ext cx="9270129" cy="56388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a:solidFill>
                    <a:srgbClr val="000000"/>
                  </a:solidFill>
                  <a:latin typeface="Inter"/>
                  <a:ea typeface="Inter"/>
                  <a:cs typeface="Inter"/>
                  <a:sym typeface="Inter"/>
                </a:rPr>
                <a:t>Social media </a:t>
              </a:r>
              <a:endParaRPr/>
            </a:p>
          </p:txBody>
        </p:sp>
        <p:sp>
          <p:nvSpPr>
            <p:cNvPr id="288" name="Google Shape;288;p25"/>
            <p:cNvSpPr txBox="1"/>
            <p:nvPr/>
          </p:nvSpPr>
          <p:spPr>
            <a:xfrm>
              <a:off x="0" y="548005"/>
              <a:ext cx="9270129" cy="70760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0" i="0" u="none" strike="noStrike" cap="none">
                  <a:solidFill>
                    <a:srgbClr val="000000"/>
                  </a:solidFill>
                  <a:latin typeface="Inter"/>
                  <a:ea typeface="Inter"/>
                  <a:cs typeface="Inter"/>
                  <a:sym typeface="Inter"/>
                </a:rPr>
                <a:t>@reallygreatsite</a:t>
              </a:r>
              <a:endParaRPr/>
            </a:p>
          </p:txBody>
        </p:sp>
      </p:grpSp>
      <p:grpSp>
        <p:nvGrpSpPr>
          <p:cNvPr id="289" name="Google Shape;289;p25"/>
          <p:cNvGrpSpPr/>
          <p:nvPr/>
        </p:nvGrpSpPr>
        <p:grpSpPr>
          <a:xfrm>
            <a:off x="9904639" y="6081674"/>
            <a:ext cx="6878810" cy="998855"/>
            <a:chOff x="0" y="-76200"/>
            <a:chExt cx="9171747" cy="1331806"/>
          </a:xfrm>
        </p:grpSpPr>
        <p:sp>
          <p:nvSpPr>
            <p:cNvPr id="290" name="Google Shape;290;p25"/>
            <p:cNvSpPr txBox="1"/>
            <p:nvPr/>
          </p:nvSpPr>
          <p:spPr>
            <a:xfrm>
              <a:off x="0" y="-76200"/>
              <a:ext cx="9171747" cy="56388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a:solidFill>
                    <a:srgbClr val="000000"/>
                  </a:solidFill>
                  <a:latin typeface="Inter"/>
                  <a:ea typeface="Inter"/>
                  <a:cs typeface="Inter"/>
                  <a:sym typeface="Inter"/>
                </a:rPr>
                <a:t>Phone</a:t>
              </a:r>
              <a:endParaRPr/>
            </a:p>
          </p:txBody>
        </p:sp>
        <p:sp>
          <p:nvSpPr>
            <p:cNvPr id="291" name="Google Shape;291;p25"/>
            <p:cNvSpPr txBox="1"/>
            <p:nvPr/>
          </p:nvSpPr>
          <p:spPr>
            <a:xfrm>
              <a:off x="0" y="548005"/>
              <a:ext cx="9171747" cy="70760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0" i="0" u="none" strike="noStrike" cap="none">
                  <a:solidFill>
                    <a:srgbClr val="000000"/>
                  </a:solidFill>
                  <a:latin typeface="Inter"/>
                  <a:ea typeface="Inter"/>
                  <a:cs typeface="Inter"/>
                  <a:sym typeface="Inter"/>
                </a:rPr>
                <a:t>123-456-7890</a:t>
              </a:r>
              <a:endParaRPr/>
            </a:p>
          </p:txBody>
        </p:sp>
      </p:grpSp>
      <p:grpSp>
        <p:nvGrpSpPr>
          <p:cNvPr id="292" name="Google Shape;292;p25"/>
          <p:cNvGrpSpPr/>
          <p:nvPr/>
        </p:nvGrpSpPr>
        <p:grpSpPr>
          <a:xfrm>
            <a:off x="9904639" y="7954609"/>
            <a:ext cx="6878810" cy="998855"/>
            <a:chOff x="0" y="-76200"/>
            <a:chExt cx="9171747" cy="1331806"/>
          </a:xfrm>
        </p:grpSpPr>
        <p:sp>
          <p:nvSpPr>
            <p:cNvPr id="293" name="Google Shape;293;p25"/>
            <p:cNvSpPr txBox="1"/>
            <p:nvPr/>
          </p:nvSpPr>
          <p:spPr>
            <a:xfrm>
              <a:off x="0" y="-76200"/>
              <a:ext cx="9171747" cy="56388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a:solidFill>
                    <a:srgbClr val="000000"/>
                  </a:solidFill>
                  <a:latin typeface="Inter"/>
                  <a:ea typeface="Inter"/>
                  <a:cs typeface="Inter"/>
                  <a:sym typeface="Inter"/>
                </a:rPr>
                <a:t>Address</a:t>
              </a:r>
              <a:endParaRPr/>
            </a:p>
          </p:txBody>
        </p:sp>
        <p:sp>
          <p:nvSpPr>
            <p:cNvPr id="294" name="Google Shape;294;p25"/>
            <p:cNvSpPr txBox="1"/>
            <p:nvPr/>
          </p:nvSpPr>
          <p:spPr>
            <a:xfrm>
              <a:off x="0" y="548005"/>
              <a:ext cx="9171747" cy="70760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0" i="0" u="none" strike="noStrike" cap="none">
                  <a:solidFill>
                    <a:srgbClr val="000000"/>
                  </a:solidFill>
                  <a:latin typeface="Inter"/>
                  <a:ea typeface="Inter"/>
                  <a:cs typeface="Inter"/>
                  <a:sym typeface="Inter"/>
                </a:rPr>
                <a:t>123 Anywhere St., Any City, ST</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pSp>
        <p:nvGrpSpPr>
          <p:cNvPr id="299" name="Google Shape;299;p26"/>
          <p:cNvGrpSpPr/>
          <p:nvPr/>
        </p:nvGrpSpPr>
        <p:grpSpPr>
          <a:xfrm>
            <a:off x="6060156" y="2192041"/>
            <a:ext cx="11512980" cy="7508818"/>
            <a:chOff x="0" y="-28575"/>
            <a:chExt cx="3032225" cy="1977631"/>
          </a:xfrm>
        </p:grpSpPr>
        <p:sp>
          <p:nvSpPr>
            <p:cNvPr id="300" name="Google Shape;300;p26"/>
            <p:cNvSpPr/>
            <p:nvPr/>
          </p:nvSpPr>
          <p:spPr>
            <a:xfrm>
              <a:off x="0" y="0"/>
              <a:ext cx="3032225" cy="1949056"/>
            </a:xfrm>
            <a:custGeom>
              <a:avLst/>
              <a:gdLst/>
              <a:ahLst/>
              <a:cxnLst/>
              <a:rect l="l" t="t" r="r" b="b"/>
              <a:pathLst>
                <a:path w="3032225" h="1949056" extrusionOk="0">
                  <a:moveTo>
                    <a:pt x="13449" y="0"/>
                  </a:moveTo>
                  <a:lnTo>
                    <a:pt x="3018776" y="0"/>
                  </a:lnTo>
                  <a:cubicBezTo>
                    <a:pt x="3022343" y="0"/>
                    <a:pt x="3025764" y="1417"/>
                    <a:pt x="3028286" y="3939"/>
                  </a:cubicBezTo>
                  <a:cubicBezTo>
                    <a:pt x="3030808" y="6461"/>
                    <a:pt x="3032225" y="9882"/>
                    <a:pt x="3032225" y="13449"/>
                  </a:cubicBezTo>
                  <a:lnTo>
                    <a:pt x="3032225" y="1935607"/>
                  </a:lnTo>
                  <a:cubicBezTo>
                    <a:pt x="3032225" y="1939174"/>
                    <a:pt x="3030808" y="1942595"/>
                    <a:pt x="3028286" y="1945117"/>
                  </a:cubicBezTo>
                  <a:cubicBezTo>
                    <a:pt x="3025764" y="1947639"/>
                    <a:pt x="3022343" y="1949056"/>
                    <a:pt x="3018776" y="1949056"/>
                  </a:cubicBezTo>
                  <a:lnTo>
                    <a:pt x="13449" y="1949056"/>
                  </a:lnTo>
                  <a:cubicBezTo>
                    <a:pt x="9882" y="1949056"/>
                    <a:pt x="6461" y="1947639"/>
                    <a:pt x="3939" y="1945117"/>
                  </a:cubicBezTo>
                  <a:cubicBezTo>
                    <a:pt x="1417" y="1942595"/>
                    <a:pt x="0" y="1939174"/>
                    <a:pt x="0" y="1935607"/>
                  </a:cubicBezTo>
                  <a:lnTo>
                    <a:pt x="0" y="13449"/>
                  </a:lnTo>
                  <a:cubicBezTo>
                    <a:pt x="0" y="9882"/>
                    <a:pt x="1417" y="6461"/>
                    <a:pt x="3939" y="3939"/>
                  </a:cubicBezTo>
                  <a:cubicBezTo>
                    <a:pt x="6461" y="1417"/>
                    <a:pt x="9882" y="0"/>
                    <a:pt x="13449" y="0"/>
                  </a:cubicBezTo>
                  <a:close/>
                </a:path>
              </a:pathLst>
            </a:custGeom>
            <a:solidFill>
              <a:srgbClr val="000000">
                <a:alpha val="0"/>
              </a:srgbClr>
            </a:solid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6"/>
            <p:cNvSpPr txBox="1"/>
            <p:nvPr/>
          </p:nvSpPr>
          <p:spPr>
            <a:xfrm>
              <a:off x="0" y="-28575"/>
              <a:ext cx="3032225" cy="1977631"/>
            </a:xfrm>
            <a:prstGeom prst="rect">
              <a:avLst/>
            </a:prstGeom>
            <a:noFill/>
            <a:ln>
              <a:noFill/>
            </a:ln>
          </p:spPr>
          <p:txBody>
            <a:bodyPr spcFirstLastPara="1" wrap="square" lIns="50800" tIns="50800" rIns="50800" bIns="50800" anchor="ctr" anchorCtr="0">
              <a:noAutofit/>
            </a:bodyPr>
            <a:lstStyle/>
            <a:p>
              <a:pPr marL="0" marR="0" lvl="0" indent="0" algn="ctr" rtl="0">
                <a:lnSpc>
                  <a:spcPct val="13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2" name="Google Shape;302;p26"/>
          <p:cNvGrpSpPr/>
          <p:nvPr/>
        </p:nvGrpSpPr>
        <p:grpSpPr>
          <a:xfrm>
            <a:off x="782413" y="2192041"/>
            <a:ext cx="5030092" cy="7508818"/>
            <a:chOff x="0" y="-28575"/>
            <a:chExt cx="1324798" cy="1977631"/>
          </a:xfrm>
        </p:grpSpPr>
        <p:sp>
          <p:nvSpPr>
            <p:cNvPr id="303" name="Google Shape;303;p26"/>
            <p:cNvSpPr/>
            <p:nvPr/>
          </p:nvSpPr>
          <p:spPr>
            <a:xfrm>
              <a:off x="0" y="0"/>
              <a:ext cx="1324798" cy="1949056"/>
            </a:xfrm>
            <a:custGeom>
              <a:avLst/>
              <a:gdLst/>
              <a:ahLst/>
              <a:cxnLst/>
              <a:rect l="l" t="t" r="r" b="b"/>
              <a:pathLst>
                <a:path w="1324798" h="1949056" extrusionOk="0">
                  <a:moveTo>
                    <a:pt x="30782" y="0"/>
                  </a:moveTo>
                  <a:lnTo>
                    <a:pt x="1294016" y="0"/>
                  </a:lnTo>
                  <a:cubicBezTo>
                    <a:pt x="1302180" y="0"/>
                    <a:pt x="1310009" y="3243"/>
                    <a:pt x="1315782" y="9016"/>
                  </a:cubicBezTo>
                  <a:cubicBezTo>
                    <a:pt x="1321555" y="14789"/>
                    <a:pt x="1324798" y="22618"/>
                    <a:pt x="1324798" y="30782"/>
                  </a:cubicBezTo>
                  <a:lnTo>
                    <a:pt x="1324798" y="1918274"/>
                  </a:lnTo>
                  <a:cubicBezTo>
                    <a:pt x="1324798" y="1935274"/>
                    <a:pt x="1311016" y="1949056"/>
                    <a:pt x="1294016" y="1949056"/>
                  </a:cubicBezTo>
                  <a:lnTo>
                    <a:pt x="30782" y="1949056"/>
                  </a:lnTo>
                  <a:cubicBezTo>
                    <a:pt x="13782" y="1949056"/>
                    <a:pt x="0" y="1935274"/>
                    <a:pt x="0" y="1918274"/>
                  </a:cubicBezTo>
                  <a:lnTo>
                    <a:pt x="0" y="30782"/>
                  </a:lnTo>
                  <a:cubicBezTo>
                    <a:pt x="0" y="13782"/>
                    <a:pt x="13782" y="0"/>
                    <a:pt x="30782" y="0"/>
                  </a:cubicBezTo>
                  <a:close/>
                </a:path>
              </a:pathLst>
            </a:custGeom>
            <a:solidFill>
              <a:srgbClr val="000000">
                <a:alpha val="0"/>
              </a:srgbClr>
            </a:solid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6"/>
            <p:cNvSpPr txBox="1"/>
            <p:nvPr/>
          </p:nvSpPr>
          <p:spPr>
            <a:xfrm>
              <a:off x="0" y="-28575"/>
              <a:ext cx="1324798" cy="1977631"/>
            </a:xfrm>
            <a:prstGeom prst="rect">
              <a:avLst/>
            </a:prstGeom>
            <a:noFill/>
            <a:ln>
              <a:noFill/>
            </a:ln>
          </p:spPr>
          <p:txBody>
            <a:bodyPr spcFirstLastPara="1" wrap="square" lIns="50800" tIns="50800" rIns="50800" bIns="50800" anchor="ctr" anchorCtr="0">
              <a:noAutofit/>
            </a:bodyPr>
            <a:lstStyle/>
            <a:p>
              <a:pPr marL="0" marR="0" lvl="0" indent="0" algn="ctr" rtl="0">
                <a:lnSpc>
                  <a:spcPct val="13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5" name="Google Shape;305;p26"/>
          <p:cNvGrpSpPr/>
          <p:nvPr/>
        </p:nvGrpSpPr>
        <p:grpSpPr>
          <a:xfrm>
            <a:off x="1104558" y="2712744"/>
            <a:ext cx="4318255" cy="647237"/>
            <a:chOff x="0" y="0"/>
            <a:chExt cx="1137318" cy="170466"/>
          </a:xfrm>
        </p:grpSpPr>
        <p:sp>
          <p:nvSpPr>
            <p:cNvPr id="306" name="Google Shape;306;p26"/>
            <p:cNvSpPr/>
            <p:nvPr/>
          </p:nvSpPr>
          <p:spPr>
            <a:xfrm>
              <a:off x="0" y="0"/>
              <a:ext cx="1137318" cy="170466"/>
            </a:xfrm>
            <a:custGeom>
              <a:avLst/>
              <a:gdLst/>
              <a:ahLst/>
              <a:cxnLst/>
              <a:rect l="l" t="t" r="r" b="b"/>
              <a:pathLst>
                <a:path w="1137318" h="170466" extrusionOk="0">
                  <a:moveTo>
                    <a:pt x="35857" y="0"/>
                  </a:moveTo>
                  <a:lnTo>
                    <a:pt x="1101462" y="0"/>
                  </a:lnTo>
                  <a:cubicBezTo>
                    <a:pt x="1121265" y="0"/>
                    <a:pt x="1137318" y="16054"/>
                    <a:pt x="1137318" y="35857"/>
                  </a:cubicBezTo>
                  <a:lnTo>
                    <a:pt x="1137318" y="134609"/>
                  </a:lnTo>
                  <a:cubicBezTo>
                    <a:pt x="1137318" y="144119"/>
                    <a:pt x="1133540" y="153239"/>
                    <a:pt x="1126816" y="159964"/>
                  </a:cubicBezTo>
                  <a:cubicBezTo>
                    <a:pt x="1120092" y="166688"/>
                    <a:pt x="1110971" y="170466"/>
                    <a:pt x="1101462" y="170466"/>
                  </a:cubicBezTo>
                  <a:lnTo>
                    <a:pt x="35857" y="170466"/>
                  </a:lnTo>
                  <a:cubicBezTo>
                    <a:pt x="26347" y="170466"/>
                    <a:pt x="17227" y="166688"/>
                    <a:pt x="10502" y="159964"/>
                  </a:cubicBezTo>
                  <a:cubicBezTo>
                    <a:pt x="3778" y="153239"/>
                    <a:pt x="0" y="144119"/>
                    <a:pt x="0" y="134609"/>
                  </a:cubicBezTo>
                  <a:lnTo>
                    <a:pt x="0" y="35857"/>
                  </a:lnTo>
                  <a:cubicBezTo>
                    <a:pt x="0" y="26347"/>
                    <a:pt x="3778" y="17227"/>
                    <a:pt x="10502" y="10502"/>
                  </a:cubicBezTo>
                  <a:cubicBezTo>
                    <a:pt x="17227" y="3778"/>
                    <a:pt x="26347" y="0"/>
                    <a:pt x="3585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txBox="1"/>
            <p:nvPr/>
          </p:nvSpPr>
          <p:spPr>
            <a:xfrm>
              <a:off x="0" y="0"/>
              <a:ext cx="1137318" cy="170466"/>
            </a:xfrm>
            <a:prstGeom prst="rect">
              <a:avLst/>
            </a:prstGeom>
            <a:noFill/>
            <a:ln>
              <a:noFill/>
            </a:ln>
          </p:spPr>
          <p:txBody>
            <a:bodyPr spcFirstLastPara="1" wrap="square" lIns="50800" tIns="50800" rIns="50800" bIns="50800" anchor="ctr" anchorCtr="0">
              <a:noAutofit/>
            </a:bodyPr>
            <a:lstStyle/>
            <a:p>
              <a:pPr marL="0" marR="0" lvl="0" indent="0" algn="ctr" rtl="0">
                <a:lnSpc>
                  <a:spcPct val="120008"/>
                </a:lnSpc>
                <a:spcBef>
                  <a:spcPts val="0"/>
                </a:spcBef>
                <a:spcAft>
                  <a:spcPts val="0"/>
                </a:spcAft>
                <a:buNone/>
              </a:pPr>
              <a:r>
                <a:rPr lang="en-US" sz="2499" b="0" i="0" u="none" strike="noStrike" cap="none">
                  <a:solidFill>
                    <a:srgbClr val="FFFFFF"/>
                  </a:solidFill>
                  <a:latin typeface="Inter"/>
                  <a:ea typeface="Inter"/>
                  <a:cs typeface="Inter"/>
                  <a:sym typeface="Inter"/>
                </a:rPr>
                <a:t>Fonts</a:t>
              </a:r>
              <a:endParaRPr/>
            </a:p>
          </p:txBody>
        </p:sp>
      </p:grpSp>
      <p:grpSp>
        <p:nvGrpSpPr>
          <p:cNvPr id="308" name="Google Shape;308;p26"/>
          <p:cNvGrpSpPr/>
          <p:nvPr/>
        </p:nvGrpSpPr>
        <p:grpSpPr>
          <a:xfrm>
            <a:off x="9623087" y="2712744"/>
            <a:ext cx="4368067" cy="647237"/>
            <a:chOff x="0" y="0"/>
            <a:chExt cx="1150437" cy="170466"/>
          </a:xfrm>
        </p:grpSpPr>
        <p:sp>
          <p:nvSpPr>
            <p:cNvPr id="309" name="Google Shape;309;p26"/>
            <p:cNvSpPr/>
            <p:nvPr/>
          </p:nvSpPr>
          <p:spPr>
            <a:xfrm>
              <a:off x="0" y="0"/>
              <a:ext cx="1150437" cy="170466"/>
            </a:xfrm>
            <a:custGeom>
              <a:avLst/>
              <a:gdLst/>
              <a:ahLst/>
              <a:cxnLst/>
              <a:rect l="l" t="t" r="r" b="b"/>
              <a:pathLst>
                <a:path w="1150437" h="170466" extrusionOk="0">
                  <a:moveTo>
                    <a:pt x="35448" y="0"/>
                  </a:moveTo>
                  <a:lnTo>
                    <a:pt x="1114989" y="0"/>
                  </a:lnTo>
                  <a:cubicBezTo>
                    <a:pt x="1124391" y="0"/>
                    <a:pt x="1133407" y="3735"/>
                    <a:pt x="1140055" y="10382"/>
                  </a:cubicBezTo>
                  <a:cubicBezTo>
                    <a:pt x="1146703" y="17030"/>
                    <a:pt x="1150437" y="26046"/>
                    <a:pt x="1150437" y="35448"/>
                  </a:cubicBezTo>
                  <a:lnTo>
                    <a:pt x="1150437" y="135018"/>
                  </a:lnTo>
                  <a:cubicBezTo>
                    <a:pt x="1150437" y="144419"/>
                    <a:pt x="1146703" y="153436"/>
                    <a:pt x="1140055" y="160083"/>
                  </a:cubicBezTo>
                  <a:cubicBezTo>
                    <a:pt x="1133407" y="166731"/>
                    <a:pt x="1124391" y="170466"/>
                    <a:pt x="1114989" y="170466"/>
                  </a:cubicBezTo>
                  <a:lnTo>
                    <a:pt x="35448" y="170466"/>
                  </a:lnTo>
                  <a:cubicBezTo>
                    <a:pt x="26046" y="170466"/>
                    <a:pt x="17030" y="166731"/>
                    <a:pt x="10382" y="160083"/>
                  </a:cubicBezTo>
                  <a:cubicBezTo>
                    <a:pt x="3735" y="153436"/>
                    <a:pt x="0" y="144419"/>
                    <a:pt x="0" y="135018"/>
                  </a:cubicBezTo>
                  <a:lnTo>
                    <a:pt x="0" y="35448"/>
                  </a:lnTo>
                  <a:cubicBezTo>
                    <a:pt x="0" y="26046"/>
                    <a:pt x="3735" y="17030"/>
                    <a:pt x="10382" y="10382"/>
                  </a:cubicBezTo>
                  <a:cubicBezTo>
                    <a:pt x="17030" y="3735"/>
                    <a:pt x="26046" y="0"/>
                    <a:pt x="354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6"/>
            <p:cNvSpPr txBox="1"/>
            <p:nvPr/>
          </p:nvSpPr>
          <p:spPr>
            <a:xfrm>
              <a:off x="0" y="0"/>
              <a:ext cx="1150437" cy="170466"/>
            </a:xfrm>
            <a:prstGeom prst="rect">
              <a:avLst/>
            </a:prstGeom>
            <a:noFill/>
            <a:ln>
              <a:noFill/>
            </a:ln>
          </p:spPr>
          <p:txBody>
            <a:bodyPr spcFirstLastPara="1" wrap="square" lIns="50800" tIns="50800" rIns="50800" bIns="50800" anchor="ctr" anchorCtr="0">
              <a:noAutofit/>
            </a:bodyPr>
            <a:lstStyle/>
            <a:p>
              <a:pPr marL="0" marR="0" lvl="0" indent="0" algn="ctr" rtl="0">
                <a:lnSpc>
                  <a:spcPct val="120008"/>
                </a:lnSpc>
                <a:spcBef>
                  <a:spcPts val="0"/>
                </a:spcBef>
                <a:spcAft>
                  <a:spcPts val="0"/>
                </a:spcAft>
                <a:buNone/>
              </a:pPr>
              <a:r>
                <a:rPr lang="en-US" sz="2499" b="0" i="0" u="none" strike="noStrike" cap="none">
                  <a:solidFill>
                    <a:srgbClr val="FFFFFF"/>
                  </a:solidFill>
                  <a:latin typeface="Inter"/>
                  <a:ea typeface="Inter"/>
                  <a:cs typeface="Inter"/>
                  <a:sym typeface="Inter"/>
                </a:rPr>
                <a:t>Design Elements / Icons</a:t>
              </a:r>
              <a:endParaRPr/>
            </a:p>
          </p:txBody>
        </p:sp>
      </p:grpSp>
      <p:grpSp>
        <p:nvGrpSpPr>
          <p:cNvPr id="311" name="Google Shape;311;p26"/>
          <p:cNvGrpSpPr/>
          <p:nvPr/>
        </p:nvGrpSpPr>
        <p:grpSpPr>
          <a:xfrm>
            <a:off x="1104558" y="7347143"/>
            <a:ext cx="4318255" cy="647237"/>
            <a:chOff x="0" y="0"/>
            <a:chExt cx="1137318" cy="170466"/>
          </a:xfrm>
        </p:grpSpPr>
        <p:sp>
          <p:nvSpPr>
            <p:cNvPr id="312" name="Google Shape;312;p26"/>
            <p:cNvSpPr/>
            <p:nvPr/>
          </p:nvSpPr>
          <p:spPr>
            <a:xfrm>
              <a:off x="0" y="0"/>
              <a:ext cx="1137318" cy="170466"/>
            </a:xfrm>
            <a:custGeom>
              <a:avLst/>
              <a:gdLst/>
              <a:ahLst/>
              <a:cxnLst/>
              <a:rect l="l" t="t" r="r" b="b"/>
              <a:pathLst>
                <a:path w="1137318" h="170466" extrusionOk="0">
                  <a:moveTo>
                    <a:pt x="35857" y="0"/>
                  </a:moveTo>
                  <a:lnTo>
                    <a:pt x="1101462" y="0"/>
                  </a:lnTo>
                  <a:cubicBezTo>
                    <a:pt x="1121265" y="0"/>
                    <a:pt x="1137318" y="16054"/>
                    <a:pt x="1137318" y="35857"/>
                  </a:cubicBezTo>
                  <a:lnTo>
                    <a:pt x="1137318" y="134609"/>
                  </a:lnTo>
                  <a:cubicBezTo>
                    <a:pt x="1137318" y="144119"/>
                    <a:pt x="1133540" y="153239"/>
                    <a:pt x="1126816" y="159964"/>
                  </a:cubicBezTo>
                  <a:cubicBezTo>
                    <a:pt x="1120092" y="166688"/>
                    <a:pt x="1110971" y="170466"/>
                    <a:pt x="1101462" y="170466"/>
                  </a:cubicBezTo>
                  <a:lnTo>
                    <a:pt x="35857" y="170466"/>
                  </a:lnTo>
                  <a:cubicBezTo>
                    <a:pt x="26347" y="170466"/>
                    <a:pt x="17227" y="166688"/>
                    <a:pt x="10502" y="159964"/>
                  </a:cubicBezTo>
                  <a:cubicBezTo>
                    <a:pt x="3778" y="153239"/>
                    <a:pt x="0" y="144119"/>
                    <a:pt x="0" y="134609"/>
                  </a:cubicBezTo>
                  <a:lnTo>
                    <a:pt x="0" y="35857"/>
                  </a:lnTo>
                  <a:cubicBezTo>
                    <a:pt x="0" y="26347"/>
                    <a:pt x="3778" y="17227"/>
                    <a:pt x="10502" y="10502"/>
                  </a:cubicBezTo>
                  <a:cubicBezTo>
                    <a:pt x="17227" y="3778"/>
                    <a:pt x="26347" y="0"/>
                    <a:pt x="3585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txBox="1"/>
            <p:nvPr/>
          </p:nvSpPr>
          <p:spPr>
            <a:xfrm>
              <a:off x="0" y="0"/>
              <a:ext cx="1137318" cy="170466"/>
            </a:xfrm>
            <a:prstGeom prst="rect">
              <a:avLst/>
            </a:prstGeom>
            <a:noFill/>
            <a:ln>
              <a:noFill/>
            </a:ln>
          </p:spPr>
          <p:txBody>
            <a:bodyPr spcFirstLastPara="1" wrap="square" lIns="50800" tIns="50800" rIns="50800" bIns="50800" anchor="ctr" anchorCtr="0">
              <a:noAutofit/>
            </a:bodyPr>
            <a:lstStyle/>
            <a:p>
              <a:pPr marL="0" marR="0" lvl="0" indent="0" algn="ctr" rtl="0">
                <a:lnSpc>
                  <a:spcPct val="120008"/>
                </a:lnSpc>
                <a:spcBef>
                  <a:spcPts val="0"/>
                </a:spcBef>
                <a:spcAft>
                  <a:spcPts val="0"/>
                </a:spcAft>
                <a:buNone/>
              </a:pPr>
              <a:r>
                <a:rPr lang="en-US" sz="2499" b="0" i="0" u="none" strike="noStrike" cap="none">
                  <a:solidFill>
                    <a:srgbClr val="FFFFFF"/>
                  </a:solidFill>
                  <a:latin typeface="Inter"/>
                  <a:ea typeface="Inter"/>
                  <a:cs typeface="Inter"/>
                  <a:sym typeface="Inter"/>
                </a:rPr>
                <a:t>Colors</a:t>
              </a:r>
              <a:endParaRPr/>
            </a:p>
          </p:txBody>
        </p:sp>
      </p:grpSp>
      <p:grpSp>
        <p:nvGrpSpPr>
          <p:cNvPr id="314" name="Google Shape;314;p26"/>
          <p:cNvGrpSpPr/>
          <p:nvPr/>
        </p:nvGrpSpPr>
        <p:grpSpPr>
          <a:xfrm>
            <a:off x="1249355" y="8261080"/>
            <a:ext cx="725897" cy="725897"/>
            <a:chOff x="0" y="0"/>
            <a:chExt cx="812800" cy="812800"/>
          </a:xfrm>
        </p:grpSpPr>
        <p:sp>
          <p:nvSpPr>
            <p:cNvPr id="315" name="Google Shape;315;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6DB63"/>
            </a:solid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6"/>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3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7" name="Google Shape;317;p26"/>
          <p:cNvGrpSpPr/>
          <p:nvPr/>
        </p:nvGrpSpPr>
        <p:grpSpPr>
          <a:xfrm>
            <a:off x="2111246" y="8261080"/>
            <a:ext cx="725897" cy="725897"/>
            <a:chOff x="0" y="0"/>
            <a:chExt cx="812800" cy="812800"/>
          </a:xfrm>
        </p:grpSpPr>
        <p:sp>
          <p:nvSpPr>
            <p:cNvPr id="318" name="Google Shape;318;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E6A6"/>
            </a:solid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3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0" name="Google Shape;320;p26"/>
          <p:cNvGrpSpPr/>
          <p:nvPr/>
        </p:nvGrpSpPr>
        <p:grpSpPr>
          <a:xfrm>
            <a:off x="2973136" y="8261080"/>
            <a:ext cx="725897" cy="725897"/>
            <a:chOff x="0" y="0"/>
            <a:chExt cx="812800" cy="812800"/>
          </a:xfrm>
        </p:grpSpPr>
        <p:sp>
          <p:nvSpPr>
            <p:cNvPr id="321" name="Google Shape;321;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FE7"/>
            </a:solid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3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3" name="Google Shape;323;p26"/>
          <p:cNvGrpSpPr/>
          <p:nvPr/>
        </p:nvGrpSpPr>
        <p:grpSpPr>
          <a:xfrm>
            <a:off x="3835026" y="8261080"/>
            <a:ext cx="725897" cy="725897"/>
            <a:chOff x="0" y="0"/>
            <a:chExt cx="812800" cy="812800"/>
          </a:xfrm>
        </p:grpSpPr>
        <p:sp>
          <p:nvSpPr>
            <p:cNvPr id="324" name="Google Shape;324;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7D1DD"/>
            </a:solid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6"/>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3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6" name="Google Shape;326;p26"/>
          <p:cNvGrpSpPr/>
          <p:nvPr/>
        </p:nvGrpSpPr>
        <p:grpSpPr>
          <a:xfrm>
            <a:off x="4696916" y="8261080"/>
            <a:ext cx="725897" cy="725897"/>
            <a:chOff x="0" y="0"/>
            <a:chExt cx="812800" cy="812800"/>
          </a:xfrm>
        </p:grpSpPr>
        <p:sp>
          <p:nvSpPr>
            <p:cNvPr id="327" name="Google Shape;327;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6"/>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3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29" name="Google Shape;329;p26"/>
          <p:cNvSpPr txBox="1"/>
          <p:nvPr/>
        </p:nvSpPr>
        <p:spPr>
          <a:xfrm>
            <a:off x="1173043" y="3668028"/>
            <a:ext cx="4181285" cy="519557"/>
          </a:xfrm>
          <a:prstGeom prst="rect">
            <a:avLst/>
          </a:prstGeom>
          <a:noFill/>
          <a:ln>
            <a:noFill/>
          </a:ln>
        </p:spPr>
        <p:txBody>
          <a:bodyPr spcFirstLastPara="1" wrap="square" lIns="0" tIns="0" rIns="0" bIns="0" anchor="t" anchorCtr="0">
            <a:spAutoFit/>
          </a:bodyPr>
          <a:lstStyle/>
          <a:p>
            <a:pPr marL="0" marR="0" lvl="0" indent="0" algn="ctr" rtl="0">
              <a:lnSpc>
                <a:spcPct val="122000"/>
              </a:lnSpc>
              <a:spcBef>
                <a:spcPts val="0"/>
              </a:spcBef>
              <a:spcAft>
                <a:spcPts val="0"/>
              </a:spcAft>
              <a:buNone/>
            </a:pPr>
            <a:r>
              <a:rPr lang="en-US" sz="1700" b="0" i="0" u="none" strike="noStrike" cap="none">
                <a:solidFill>
                  <a:srgbClr val="000000"/>
                </a:solidFill>
                <a:latin typeface="Inter"/>
                <a:ea typeface="Inter"/>
                <a:cs typeface="Inter"/>
                <a:sym typeface="Inter"/>
              </a:rPr>
              <a:t>This presentation template</a:t>
            </a:r>
            <a:endParaRPr/>
          </a:p>
          <a:p>
            <a:pPr marL="0" marR="0" lvl="0" indent="0" algn="ctr" rtl="0">
              <a:lnSpc>
                <a:spcPct val="122000"/>
              </a:lnSpc>
              <a:spcBef>
                <a:spcPts val="0"/>
              </a:spcBef>
              <a:spcAft>
                <a:spcPts val="0"/>
              </a:spcAft>
              <a:buNone/>
            </a:pPr>
            <a:r>
              <a:rPr lang="en-US" sz="1700" b="0" i="0" u="none" strike="noStrike" cap="none">
                <a:solidFill>
                  <a:srgbClr val="000000"/>
                </a:solidFill>
                <a:latin typeface="Inter"/>
                <a:ea typeface="Inter"/>
                <a:cs typeface="Inter"/>
                <a:sym typeface="Inter"/>
              </a:rPr>
              <a:t>uses the following free fonts:</a:t>
            </a:r>
            <a:endParaRPr/>
          </a:p>
        </p:txBody>
      </p:sp>
      <p:sp>
        <p:nvSpPr>
          <p:cNvPr id="330" name="Google Shape;330;p26"/>
          <p:cNvSpPr txBox="1"/>
          <p:nvPr/>
        </p:nvSpPr>
        <p:spPr>
          <a:xfrm>
            <a:off x="1116102" y="6722739"/>
            <a:ext cx="4368067" cy="262382"/>
          </a:xfrm>
          <a:prstGeom prst="rect">
            <a:avLst/>
          </a:prstGeom>
          <a:noFill/>
          <a:ln>
            <a:noFill/>
          </a:ln>
        </p:spPr>
        <p:txBody>
          <a:bodyPr spcFirstLastPara="1" wrap="square" lIns="0" tIns="0" rIns="0" bIns="0" anchor="t" anchorCtr="0">
            <a:spAutoFit/>
          </a:bodyPr>
          <a:lstStyle/>
          <a:p>
            <a:pPr marL="0" marR="0" lvl="0" indent="0" algn="ctr" rtl="0">
              <a:lnSpc>
                <a:spcPct val="122000"/>
              </a:lnSpc>
              <a:spcBef>
                <a:spcPts val="0"/>
              </a:spcBef>
              <a:spcAft>
                <a:spcPts val="0"/>
              </a:spcAft>
              <a:buNone/>
            </a:pPr>
            <a:r>
              <a:rPr lang="en-US" sz="1700" b="0" i="0" u="none" strike="noStrike" cap="none">
                <a:solidFill>
                  <a:srgbClr val="000000"/>
                </a:solidFill>
                <a:latin typeface="Inter"/>
                <a:ea typeface="Inter"/>
                <a:cs typeface="Inter"/>
                <a:sym typeface="Inter"/>
              </a:rPr>
              <a:t>You can find these fonts online too.</a:t>
            </a:r>
            <a:endParaRPr/>
          </a:p>
        </p:txBody>
      </p:sp>
      <p:sp>
        <p:nvSpPr>
          <p:cNvPr id="331" name="Google Shape;331;p26"/>
          <p:cNvSpPr txBox="1"/>
          <p:nvPr/>
        </p:nvSpPr>
        <p:spPr>
          <a:xfrm>
            <a:off x="1688417" y="5005735"/>
            <a:ext cx="3150536" cy="372567"/>
          </a:xfrm>
          <a:prstGeom prst="rect">
            <a:avLst/>
          </a:prstGeom>
          <a:noFill/>
          <a:ln>
            <a:noFill/>
          </a:ln>
        </p:spPr>
        <p:txBody>
          <a:bodyPr spcFirstLastPara="1" wrap="square" lIns="0" tIns="0" rIns="0" bIns="0" anchor="t" anchorCtr="0">
            <a:spAutoFit/>
          </a:bodyPr>
          <a:lstStyle/>
          <a:p>
            <a:pPr marL="0" marR="0" lvl="0" indent="0" algn="ctr" rtl="0">
              <a:lnSpc>
                <a:spcPct val="103003"/>
              </a:lnSpc>
              <a:spcBef>
                <a:spcPts val="0"/>
              </a:spcBef>
              <a:spcAft>
                <a:spcPts val="0"/>
              </a:spcAft>
              <a:buNone/>
            </a:pPr>
            <a:r>
              <a:rPr lang="en-US" sz="2697" b="0" i="0" u="none" strike="noStrike" cap="none">
                <a:solidFill>
                  <a:srgbClr val="000000"/>
                </a:solidFill>
                <a:latin typeface="Raleway"/>
                <a:ea typeface="Raleway"/>
                <a:cs typeface="Raleway"/>
                <a:sym typeface="Raleway"/>
              </a:rPr>
              <a:t>Raleway</a:t>
            </a:r>
            <a:endParaRPr/>
          </a:p>
        </p:txBody>
      </p:sp>
      <p:sp>
        <p:nvSpPr>
          <p:cNvPr id="332" name="Google Shape;332;p26"/>
          <p:cNvSpPr txBox="1"/>
          <p:nvPr/>
        </p:nvSpPr>
        <p:spPr>
          <a:xfrm>
            <a:off x="1523971" y="5994577"/>
            <a:ext cx="3479429" cy="283414"/>
          </a:xfrm>
          <a:prstGeom prst="rect">
            <a:avLst/>
          </a:prstGeom>
          <a:noFill/>
          <a:ln>
            <a:noFill/>
          </a:ln>
        </p:spPr>
        <p:txBody>
          <a:bodyPr spcFirstLastPara="1" wrap="square" lIns="0" tIns="0" rIns="0" bIns="0" anchor="t" anchorCtr="0">
            <a:spAutoFit/>
          </a:bodyPr>
          <a:lstStyle/>
          <a:p>
            <a:pPr marL="0" marR="0" lvl="0" indent="0" algn="ctr" rtl="0">
              <a:lnSpc>
                <a:spcPct val="103004"/>
              </a:lnSpc>
              <a:spcBef>
                <a:spcPts val="0"/>
              </a:spcBef>
              <a:spcAft>
                <a:spcPts val="0"/>
              </a:spcAft>
              <a:buNone/>
            </a:pPr>
            <a:r>
              <a:rPr lang="en-US" sz="2097" b="0" i="0" u="none" strike="noStrike" cap="none">
                <a:solidFill>
                  <a:srgbClr val="000000"/>
                </a:solidFill>
                <a:latin typeface="Inter"/>
                <a:ea typeface="Inter"/>
                <a:cs typeface="Inter"/>
                <a:sym typeface="Inter"/>
              </a:rPr>
              <a:t>Inter</a:t>
            </a:r>
            <a:endParaRPr/>
          </a:p>
        </p:txBody>
      </p:sp>
      <p:sp>
        <p:nvSpPr>
          <p:cNvPr id="333" name="Google Shape;333;p26"/>
          <p:cNvSpPr txBox="1"/>
          <p:nvPr/>
        </p:nvSpPr>
        <p:spPr>
          <a:xfrm>
            <a:off x="2319155" y="4702216"/>
            <a:ext cx="1889061" cy="215469"/>
          </a:xfrm>
          <a:prstGeom prst="rect">
            <a:avLst/>
          </a:prstGeom>
          <a:noFill/>
          <a:ln>
            <a:noFill/>
          </a:ln>
        </p:spPr>
        <p:txBody>
          <a:bodyPr spcFirstLastPara="1" wrap="square" lIns="0" tIns="0" rIns="0" bIns="0" anchor="t" anchorCtr="0">
            <a:spAutoFit/>
          </a:bodyPr>
          <a:lstStyle/>
          <a:p>
            <a:pPr marL="0" marR="0" lvl="0" indent="0" algn="ctr" rtl="0">
              <a:lnSpc>
                <a:spcPct val="103005"/>
              </a:lnSpc>
              <a:spcBef>
                <a:spcPts val="0"/>
              </a:spcBef>
              <a:spcAft>
                <a:spcPts val="0"/>
              </a:spcAft>
              <a:buNone/>
            </a:pPr>
            <a:r>
              <a:rPr lang="en-US" sz="1597" b="1" i="0" u="none" strike="noStrike" cap="none">
                <a:solidFill>
                  <a:srgbClr val="000000"/>
                </a:solidFill>
                <a:latin typeface="Inter"/>
                <a:ea typeface="Inter"/>
                <a:cs typeface="Inter"/>
                <a:sym typeface="Inter"/>
              </a:rPr>
              <a:t>TITLES:</a:t>
            </a:r>
            <a:endParaRPr/>
          </a:p>
        </p:txBody>
      </p:sp>
      <p:sp>
        <p:nvSpPr>
          <p:cNvPr id="334" name="Google Shape;334;p26"/>
          <p:cNvSpPr txBox="1"/>
          <p:nvPr/>
        </p:nvSpPr>
        <p:spPr>
          <a:xfrm>
            <a:off x="2319155" y="5702908"/>
            <a:ext cx="1889061" cy="215469"/>
          </a:xfrm>
          <a:prstGeom prst="rect">
            <a:avLst/>
          </a:prstGeom>
          <a:noFill/>
          <a:ln>
            <a:noFill/>
          </a:ln>
        </p:spPr>
        <p:txBody>
          <a:bodyPr spcFirstLastPara="1" wrap="square" lIns="0" tIns="0" rIns="0" bIns="0" anchor="t" anchorCtr="0">
            <a:spAutoFit/>
          </a:bodyPr>
          <a:lstStyle/>
          <a:p>
            <a:pPr marL="0" marR="0" lvl="0" indent="0" algn="ctr" rtl="0">
              <a:lnSpc>
                <a:spcPct val="103005"/>
              </a:lnSpc>
              <a:spcBef>
                <a:spcPts val="0"/>
              </a:spcBef>
              <a:spcAft>
                <a:spcPts val="0"/>
              </a:spcAft>
              <a:buNone/>
            </a:pPr>
            <a:r>
              <a:rPr lang="en-US" sz="1597" b="1" i="0" u="none" strike="noStrike" cap="none">
                <a:solidFill>
                  <a:srgbClr val="000000"/>
                </a:solidFill>
                <a:latin typeface="Inter"/>
                <a:ea typeface="Inter"/>
                <a:cs typeface="Inter"/>
                <a:sym typeface="Inter"/>
              </a:rPr>
              <a:t>BODY TEXT:</a:t>
            </a:r>
            <a:endParaRPr/>
          </a:p>
        </p:txBody>
      </p:sp>
      <p:sp>
        <p:nvSpPr>
          <p:cNvPr id="335" name="Google Shape;335;p26"/>
          <p:cNvSpPr txBox="1"/>
          <p:nvPr/>
        </p:nvSpPr>
        <p:spPr>
          <a:xfrm>
            <a:off x="1249355" y="9092626"/>
            <a:ext cx="725897" cy="190500"/>
          </a:xfrm>
          <a:prstGeom prst="rect">
            <a:avLst/>
          </a:prstGeom>
          <a:noFill/>
          <a:ln>
            <a:noFill/>
          </a:ln>
        </p:spPr>
        <p:txBody>
          <a:bodyPr spcFirstLastPara="1" wrap="square" lIns="0" tIns="0" rIns="0" bIns="0" anchor="t" anchorCtr="0">
            <a:spAutoFit/>
          </a:bodyPr>
          <a:lstStyle/>
          <a:p>
            <a:pPr marL="0" marR="0" lvl="0" indent="0" algn="ctr" rtl="0">
              <a:lnSpc>
                <a:spcPct val="119916"/>
              </a:lnSpc>
              <a:spcBef>
                <a:spcPts val="0"/>
              </a:spcBef>
              <a:spcAft>
                <a:spcPts val="0"/>
              </a:spcAft>
              <a:buNone/>
            </a:pPr>
            <a:r>
              <a:rPr lang="en-US" sz="1200" b="0" i="0" u="none" strike="noStrike" cap="none">
                <a:solidFill>
                  <a:srgbClr val="000000"/>
                </a:solidFill>
                <a:latin typeface="Inter"/>
                <a:ea typeface="Inter"/>
                <a:cs typeface="Inter"/>
                <a:sym typeface="Inter"/>
              </a:rPr>
              <a:t>#C6DB63</a:t>
            </a:r>
            <a:endParaRPr/>
          </a:p>
        </p:txBody>
      </p:sp>
      <p:sp>
        <p:nvSpPr>
          <p:cNvPr id="336" name="Google Shape;336;p26"/>
          <p:cNvSpPr txBox="1"/>
          <p:nvPr/>
        </p:nvSpPr>
        <p:spPr>
          <a:xfrm>
            <a:off x="2064714" y="9092626"/>
            <a:ext cx="725897" cy="190500"/>
          </a:xfrm>
          <a:prstGeom prst="rect">
            <a:avLst/>
          </a:prstGeom>
          <a:noFill/>
          <a:ln>
            <a:noFill/>
          </a:ln>
        </p:spPr>
        <p:txBody>
          <a:bodyPr spcFirstLastPara="1" wrap="square" lIns="0" tIns="0" rIns="0" bIns="0" anchor="t" anchorCtr="0">
            <a:spAutoFit/>
          </a:bodyPr>
          <a:lstStyle/>
          <a:p>
            <a:pPr marL="0" marR="0" lvl="0" indent="0" algn="ctr" rtl="0">
              <a:lnSpc>
                <a:spcPct val="119916"/>
              </a:lnSpc>
              <a:spcBef>
                <a:spcPts val="0"/>
              </a:spcBef>
              <a:spcAft>
                <a:spcPts val="0"/>
              </a:spcAft>
              <a:buNone/>
            </a:pPr>
            <a:r>
              <a:rPr lang="en-US" sz="1200" b="0" i="0" u="none" strike="noStrike" cap="none">
                <a:solidFill>
                  <a:srgbClr val="000000"/>
                </a:solidFill>
                <a:latin typeface="Inter"/>
                <a:ea typeface="Inter"/>
                <a:cs typeface="Inter"/>
                <a:sym typeface="Inter"/>
              </a:rPr>
              <a:t>#DBE6A6</a:t>
            </a:r>
            <a:endParaRPr/>
          </a:p>
        </p:txBody>
      </p:sp>
      <p:sp>
        <p:nvSpPr>
          <p:cNvPr id="337" name="Google Shape;337;p26"/>
          <p:cNvSpPr txBox="1"/>
          <p:nvPr/>
        </p:nvSpPr>
        <p:spPr>
          <a:xfrm>
            <a:off x="2943011" y="9092626"/>
            <a:ext cx="725897" cy="190500"/>
          </a:xfrm>
          <a:prstGeom prst="rect">
            <a:avLst/>
          </a:prstGeom>
          <a:noFill/>
          <a:ln>
            <a:noFill/>
          </a:ln>
        </p:spPr>
        <p:txBody>
          <a:bodyPr spcFirstLastPara="1" wrap="square" lIns="0" tIns="0" rIns="0" bIns="0" anchor="t" anchorCtr="0">
            <a:spAutoFit/>
          </a:bodyPr>
          <a:lstStyle/>
          <a:p>
            <a:pPr marL="0" marR="0" lvl="0" indent="0" algn="ctr" rtl="0">
              <a:lnSpc>
                <a:spcPct val="119916"/>
              </a:lnSpc>
              <a:spcBef>
                <a:spcPts val="0"/>
              </a:spcBef>
              <a:spcAft>
                <a:spcPts val="0"/>
              </a:spcAft>
              <a:buNone/>
            </a:pPr>
            <a:r>
              <a:rPr lang="en-US" sz="1200" b="0" i="0" u="none" strike="noStrike" cap="none">
                <a:solidFill>
                  <a:srgbClr val="000000"/>
                </a:solidFill>
                <a:latin typeface="Inter"/>
                <a:ea typeface="Inter"/>
                <a:cs typeface="Inter"/>
                <a:sym typeface="Inter"/>
              </a:rPr>
              <a:t>#FBFFE7</a:t>
            </a:r>
            <a:endParaRPr/>
          </a:p>
        </p:txBody>
      </p:sp>
      <p:sp>
        <p:nvSpPr>
          <p:cNvPr id="338" name="Google Shape;338;p26"/>
          <p:cNvSpPr txBox="1"/>
          <p:nvPr/>
        </p:nvSpPr>
        <p:spPr>
          <a:xfrm>
            <a:off x="3819515" y="9092626"/>
            <a:ext cx="725897" cy="190500"/>
          </a:xfrm>
          <a:prstGeom prst="rect">
            <a:avLst/>
          </a:prstGeom>
          <a:noFill/>
          <a:ln>
            <a:noFill/>
          </a:ln>
        </p:spPr>
        <p:txBody>
          <a:bodyPr spcFirstLastPara="1" wrap="square" lIns="0" tIns="0" rIns="0" bIns="0" anchor="t" anchorCtr="0">
            <a:spAutoFit/>
          </a:bodyPr>
          <a:lstStyle/>
          <a:p>
            <a:pPr marL="0" marR="0" lvl="0" indent="0" algn="ctr" rtl="0">
              <a:lnSpc>
                <a:spcPct val="119916"/>
              </a:lnSpc>
              <a:spcBef>
                <a:spcPts val="0"/>
              </a:spcBef>
              <a:spcAft>
                <a:spcPts val="0"/>
              </a:spcAft>
              <a:buNone/>
            </a:pPr>
            <a:r>
              <a:rPr lang="en-US" sz="1200" b="0" i="0" u="none" strike="noStrike" cap="none">
                <a:solidFill>
                  <a:srgbClr val="000000"/>
                </a:solidFill>
                <a:latin typeface="Inter"/>
                <a:ea typeface="Inter"/>
                <a:cs typeface="Inter"/>
                <a:sym typeface="Inter"/>
              </a:rPr>
              <a:t>#B7D1DD</a:t>
            </a:r>
            <a:endParaRPr/>
          </a:p>
        </p:txBody>
      </p:sp>
      <p:sp>
        <p:nvSpPr>
          <p:cNvPr id="339" name="Google Shape;339;p26"/>
          <p:cNvSpPr txBox="1"/>
          <p:nvPr/>
        </p:nvSpPr>
        <p:spPr>
          <a:xfrm>
            <a:off x="4696916" y="9092626"/>
            <a:ext cx="725897" cy="190500"/>
          </a:xfrm>
          <a:prstGeom prst="rect">
            <a:avLst/>
          </a:prstGeom>
          <a:noFill/>
          <a:ln>
            <a:noFill/>
          </a:ln>
        </p:spPr>
        <p:txBody>
          <a:bodyPr spcFirstLastPara="1" wrap="square" lIns="0" tIns="0" rIns="0" bIns="0" anchor="t" anchorCtr="0">
            <a:spAutoFit/>
          </a:bodyPr>
          <a:lstStyle/>
          <a:p>
            <a:pPr marL="0" marR="0" lvl="0" indent="0" algn="ctr" rtl="0">
              <a:lnSpc>
                <a:spcPct val="119916"/>
              </a:lnSpc>
              <a:spcBef>
                <a:spcPts val="0"/>
              </a:spcBef>
              <a:spcAft>
                <a:spcPts val="0"/>
              </a:spcAft>
              <a:buNone/>
            </a:pPr>
            <a:r>
              <a:rPr lang="en-US" sz="1200" b="0" i="0" u="none" strike="noStrike" cap="none">
                <a:solidFill>
                  <a:srgbClr val="000000"/>
                </a:solidFill>
                <a:latin typeface="Inter"/>
                <a:ea typeface="Inter"/>
                <a:cs typeface="Inter"/>
                <a:sym typeface="Inter"/>
              </a:rPr>
              <a:t>#FFFFFF</a:t>
            </a:r>
            <a:endParaRPr/>
          </a:p>
        </p:txBody>
      </p:sp>
      <p:sp>
        <p:nvSpPr>
          <p:cNvPr id="340" name="Google Shape;340;p26"/>
          <p:cNvSpPr txBox="1"/>
          <p:nvPr/>
        </p:nvSpPr>
        <p:spPr>
          <a:xfrm>
            <a:off x="3800933" y="1548062"/>
            <a:ext cx="10686133" cy="323850"/>
          </a:xfrm>
          <a:prstGeom prst="rect">
            <a:avLst/>
          </a:prstGeom>
          <a:noFill/>
          <a:ln>
            <a:noFill/>
          </a:ln>
        </p:spPr>
        <p:txBody>
          <a:bodyPr spcFirstLastPara="1" wrap="square" lIns="0" tIns="0" rIns="0" bIns="0" anchor="t" anchorCtr="0">
            <a:spAutoFit/>
          </a:bodyPr>
          <a:lstStyle/>
          <a:p>
            <a:pPr marL="0" marR="0" lvl="1" indent="0" algn="ctr" rtl="0">
              <a:lnSpc>
                <a:spcPct val="120000"/>
              </a:lnSpc>
              <a:spcBef>
                <a:spcPts val="0"/>
              </a:spcBef>
              <a:spcAft>
                <a:spcPts val="0"/>
              </a:spcAft>
              <a:buNone/>
            </a:pPr>
            <a:r>
              <a:rPr lang="en-US" sz="2100" b="0" i="0" u="none" strike="noStrike" cap="none">
                <a:solidFill>
                  <a:srgbClr val="000000"/>
                </a:solidFill>
                <a:latin typeface="Inter"/>
                <a:ea typeface="Inter"/>
                <a:cs typeface="Inter"/>
                <a:sym typeface="Inter"/>
              </a:rPr>
              <a:t>Use these in your presentation. Delete or hide this page before presenting. </a:t>
            </a:r>
            <a:endParaRPr/>
          </a:p>
        </p:txBody>
      </p:sp>
      <p:sp>
        <p:nvSpPr>
          <p:cNvPr id="341" name="Google Shape;341;p26"/>
          <p:cNvSpPr txBox="1"/>
          <p:nvPr/>
        </p:nvSpPr>
        <p:spPr>
          <a:xfrm>
            <a:off x="1028700" y="523875"/>
            <a:ext cx="16230600" cy="10001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b="0" i="0" u="none" strike="noStrike" cap="none">
                <a:solidFill>
                  <a:srgbClr val="000000"/>
                </a:solidFill>
                <a:latin typeface="Raleway"/>
                <a:ea typeface="Raleway"/>
                <a:cs typeface="Raleway"/>
                <a:sym typeface="Raleway"/>
              </a:rPr>
              <a:t>Resource Page</a:t>
            </a:r>
            <a:endParaRPr/>
          </a:p>
        </p:txBody>
      </p:sp>
      <p:sp>
        <p:nvSpPr>
          <p:cNvPr id="342" name="Google Shape;342;p26"/>
          <p:cNvSpPr/>
          <p:nvPr/>
        </p:nvSpPr>
        <p:spPr>
          <a:xfrm rot="10800000">
            <a:off x="6638244" y="4018294"/>
            <a:ext cx="709279" cy="1203631"/>
          </a:xfrm>
          <a:custGeom>
            <a:avLst/>
            <a:gdLst/>
            <a:ahLst/>
            <a:cxnLst/>
            <a:rect l="l" t="t" r="r" b="b"/>
            <a:pathLst>
              <a:path w="3668563" h="6225467" extrusionOk="0">
                <a:moveTo>
                  <a:pt x="3668563" y="0"/>
                </a:moveTo>
                <a:lnTo>
                  <a:pt x="3668563" y="6225467"/>
                </a:lnTo>
                <a:cubicBezTo>
                  <a:pt x="1642474" y="6225467"/>
                  <a:pt x="0" y="4831847"/>
                  <a:pt x="0" y="3112734"/>
                </a:cubicBezTo>
                <a:cubicBezTo>
                  <a:pt x="0" y="1393620"/>
                  <a:pt x="1642474" y="0"/>
                  <a:pt x="3668563" y="0"/>
                </a:cubicBezTo>
                <a:close/>
              </a:path>
            </a:pathLst>
          </a:custGeom>
          <a:gradFill>
            <a:gsLst>
              <a:gs pos="0">
                <a:srgbClr val="C6DB63"/>
              </a:gs>
              <a:gs pos="50000">
                <a:srgbClr val="FBFFE7"/>
              </a:gs>
              <a:gs pos="100000">
                <a:srgbClr val="B7D0DD"/>
              </a:gs>
            </a:gsLst>
            <a:lin ang="5400000" scaled="0"/>
          </a:gradFill>
          <a:ln w="1270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3" name="Google Shape;343;p26"/>
          <p:cNvGrpSpPr/>
          <p:nvPr/>
        </p:nvGrpSpPr>
        <p:grpSpPr>
          <a:xfrm>
            <a:off x="7789502" y="4051012"/>
            <a:ext cx="1138078" cy="1138194"/>
            <a:chOff x="0" y="0"/>
            <a:chExt cx="941273" cy="941368"/>
          </a:xfrm>
        </p:grpSpPr>
        <p:sp>
          <p:nvSpPr>
            <p:cNvPr id="344" name="Google Shape;344;p26"/>
            <p:cNvSpPr/>
            <p:nvPr/>
          </p:nvSpPr>
          <p:spPr>
            <a:xfrm>
              <a:off x="0" y="0"/>
              <a:ext cx="941273" cy="941368"/>
            </a:xfrm>
            <a:custGeom>
              <a:avLst/>
              <a:gdLst/>
              <a:ahLst/>
              <a:cxnLst/>
              <a:rect l="l" t="t" r="r" b="b"/>
              <a:pathLst>
                <a:path w="941273" h="941368" extrusionOk="0">
                  <a:moveTo>
                    <a:pt x="470636" y="0"/>
                  </a:moveTo>
                  <a:cubicBezTo>
                    <a:pt x="210711" y="0"/>
                    <a:pt x="0" y="210732"/>
                    <a:pt x="0" y="470684"/>
                  </a:cubicBezTo>
                  <a:cubicBezTo>
                    <a:pt x="0" y="730636"/>
                    <a:pt x="210711" y="941368"/>
                    <a:pt x="470636" y="941368"/>
                  </a:cubicBezTo>
                  <a:cubicBezTo>
                    <a:pt x="730562" y="941368"/>
                    <a:pt x="941273" y="730636"/>
                    <a:pt x="941273" y="470684"/>
                  </a:cubicBezTo>
                  <a:cubicBezTo>
                    <a:pt x="941273" y="210732"/>
                    <a:pt x="730562" y="0"/>
                    <a:pt x="470636" y="0"/>
                  </a:cubicBezTo>
                  <a:close/>
                </a:path>
              </a:pathLst>
            </a:custGeom>
            <a:gradFill>
              <a:gsLst>
                <a:gs pos="0">
                  <a:srgbClr val="C6DB63"/>
                </a:gs>
                <a:gs pos="50000">
                  <a:srgbClr val="FBFFE7"/>
                </a:gs>
                <a:gs pos="100000">
                  <a:srgbClr val="B7D0DD"/>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6"/>
            <p:cNvSpPr txBox="1"/>
            <p:nvPr/>
          </p:nvSpPr>
          <p:spPr>
            <a:xfrm>
              <a:off x="88244" y="40628"/>
              <a:ext cx="764784" cy="812487"/>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6" name="Google Shape;346;p26"/>
          <p:cNvGrpSpPr/>
          <p:nvPr/>
        </p:nvGrpSpPr>
        <p:grpSpPr>
          <a:xfrm>
            <a:off x="9369558" y="4032076"/>
            <a:ext cx="1176067" cy="1176067"/>
            <a:chOff x="0" y="0"/>
            <a:chExt cx="812800" cy="812800"/>
          </a:xfrm>
        </p:grpSpPr>
        <p:sp>
          <p:nvSpPr>
            <p:cNvPr id="347" name="Google Shape;347;p26"/>
            <p:cNvSpPr/>
            <p:nvPr/>
          </p:nvSpPr>
          <p:spPr>
            <a:xfrm>
              <a:off x="0" y="0"/>
              <a:ext cx="812800" cy="812800"/>
            </a:xfrm>
            <a:custGeom>
              <a:avLst/>
              <a:gdLst/>
              <a:ahLst/>
              <a:cxnLst/>
              <a:rect l="l" t="t" r="r" b="b"/>
              <a:pathLst>
                <a:path w="812800" h="812800" extrusionOk="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gradFill>
              <a:gsLst>
                <a:gs pos="0">
                  <a:srgbClr val="C6DB63"/>
                </a:gs>
                <a:gs pos="50000">
                  <a:srgbClr val="FBFFE7"/>
                </a:gs>
                <a:gs pos="100000">
                  <a:srgbClr val="B7D0DD"/>
                </a:gs>
              </a:gsLst>
              <a:lin ang="5400000" scaled="0"/>
            </a:gradFill>
            <a:ln>
              <a:noFill/>
            </a:ln>
          </p:spPr>
        </p:sp>
        <p:sp>
          <p:nvSpPr>
            <p:cNvPr id="348" name="Google Shape;348;p26"/>
            <p:cNvSpPr txBox="1"/>
            <p:nvPr/>
          </p:nvSpPr>
          <p:spPr>
            <a:xfrm>
              <a:off x="190500" y="142875"/>
              <a:ext cx="431800" cy="479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9" name="Google Shape;349;p26"/>
          <p:cNvGrpSpPr/>
          <p:nvPr/>
        </p:nvGrpSpPr>
        <p:grpSpPr>
          <a:xfrm>
            <a:off x="12605647" y="4059640"/>
            <a:ext cx="1176067" cy="1120938"/>
            <a:chOff x="0" y="0"/>
            <a:chExt cx="812800" cy="774700"/>
          </a:xfrm>
        </p:grpSpPr>
        <p:sp>
          <p:nvSpPr>
            <p:cNvPr id="350" name="Google Shape;350;p26"/>
            <p:cNvSpPr/>
            <p:nvPr/>
          </p:nvSpPr>
          <p:spPr>
            <a:xfrm>
              <a:off x="0" y="0"/>
              <a:ext cx="812800" cy="774700"/>
            </a:xfrm>
            <a:custGeom>
              <a:avLst/>
              <a:gdLst/>
              <a:ahLst/>
              <a:cxnLst/>
              <a:rect l="l" t="t" r="r" b="b"/>
              <a:pathLst>
                <a:path w="812800" h="774700" extrusionOk="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gradFill>
              <a:gsLst>
                <a:gs pos="0">
                  <a:srgbClr val="C6DB63"/>
                </a:gs>
                <a:gs pos="50000">
                  <a:srgbClr val="FBFFE7"/>
                </a:gs>
                <a:gs pos="100000">
                  <a:srgbClr val="B7D0DD"/>
                </a:gs>
              </a:gsLst>
              <a:lin ang="5400000" scaled="0"/>
            </a:gradFill>
            <a:ln>
              <a:noFill/>
            </a:ln>
          </p:spPr>
        </p:sp>
        <p:sp>
          <p:nvSpPr>
            <p:cNvPr id="351" name="Google Shape;351;p26"/>
            <p:cNvSpPr txBox="1"/>
            <p:nvPr/>
          </p:nvSpPr>
          <p:spPr>
            <a:xfrm>
              <a:off x="228600" y="219075"/>
              <a:ext cx="355600" cy="3905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2" name="Google Shape;352;p26"/>
          <p:cNvGrpSpPr/>
          <p:nvPr/>
        </p:nvGrpSpPr>
        <p:grpSpPr>
          <a:xfrm>
            <a:off x="10987603" y="4032076"/>
            <a:ext cx="1176067" cy="1176067"/>
            <a:chOff x="0" y="0"/>
            <a:chExt cx="812800" cy="812800"/>
          </a:xfrm>
        </p:grpSpPr>
        <p:sp>
          <p:nvSpPr>
            <p:cNvPr id="353" name="Google Shape;353;p26"/>
            <p:cNvSpPr/>
            <p:nvPr/>
          </p:nvSpPr>
          <p:spPr>
            <a:xfrm>
              <a:off x="0" y="0"/>
              <a:ext cx="812800" cy="812800"/>
            </a:xfrm>
            <a:custGeom>
              <a:avLst/>
              <a:gdLst/>
              <a:ahLst/>
              <a:cxnLst/>
              <a:rect l="l" t="t" r="r" b="b"/>
              <a:pathLst>
                <a:path w="812800" h="812800" extrusionOk="0">
                  <a:moveTo>
                    <a:pt x="406400" y="0"/>
                  </a:moveTo>
                  <a:lnTo>
                    <a:pt x="812800" y="812800"/>
                  </a:lnTo>
                  <a:lnTo>
                    <a:pt x="0" y="812800"/>
                  </a:lnTo>
                  <a:lnTo>
                    <a:pt x="406400" y="0"/>
                  </a:lnTo>
                  <a:close/>
                </a:path>
              </a:pathLst>
            </a:custGeom>
            <a:gradFill>
              <a:gsLst>
                <a:gs pos="0">
                  <a:srgbClr val="C6DB63"/>
                </a:gs>
                <a:gs pos="50000">
                  <a:srgbClr val="FBFFE7"/>
                </a:gs>
                <a:gs pos="100000">
                  <a:srgbClr val="B7D0DD"/>
                </a:gs>
              </a:gsLst>
              <a:lin ang="5400000" scaled="0"/>
            </a:gradFill>
            <a:ln>
              <a:noFill/>
            </a:ln>
          </p:spPr>
        </p:sp>
        <p:sp>
          <p:nvSpPr>
            <p:cNvPr id="354" name="Google Shape;354;p26"/>
            <p:cNvSpPr txBox="1"/>
            <p:nvPr/>
          </p:nvSpPr>
          <p:spPr>
            <a:xfrm>
              <a:off x="127000" y="329746"/>
              <a:ext cx="558800" cy="42499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55" name="Google Shape;355;p26"/>
          <p:cNvSpPr/>
          <p:nvPr/>
        </p:nvSpPr>
        <p:spPr>
          <a:xfrm>
            <a:off x="6638244" y="5924681"/>
            <a:ext cx="2516524" cy="1638028"/>
          </a:xfrm>
          <a:custGeom>
            <a:avLst/>
            <a:gdLst/>
            <a:ahLst/>
            <a:cxnLst/>
            <a:rect l="l" t="t" r="r" b="b"/>
            <a:pathLst>
              <a:path w="2516524" h="1638028" extrusionOk="0">
                <a:moveTo>
                  <a:pt x="0" y="0"/>
                </a:moveTo>
                <a:lnTo>
                  <a:pt x="2516524" y="0"/>
                </a:lnTo>
                <a:lnTo>
                  <a:pt x="2516524" y="1638028"/>
                </a:lnTo>
                <a:lnTo>
                  <a:pt x="0" y="1638028"/>
                </a:lnTo>
                <a:lnTo>
                  <a:pt x="0" y="0"/>
                </a:lnTo>
                <a:close/>
              </a:path>
            </a:pathLst>
          </a:custGeom>
          <a:blipFill rotWithShape="1">
            <a:blip r:embed="rId3">
              <a:alphaModFix/>
            </a:blip>
            <a:stretch>
              <a:fillRect/>
            </a:stretch>
          </a:blipFill>
          <a:ln>
            <a:noFill/>
          </a:ln>
        </p:spPr>
      </p:sp>
      <p:sp>
        <p:nvSpPr>
          <p:cNvPr id="356" name="Google Shape;356;p26"/>
          <p:cNvSpPr/>
          <p:nvPr/>
        </p:nvSpPr>
        <p:spPr>
          <a:xfrm rot="5400000">
            <a:off x="9902016" y="5488938"/>
            <a:ext cx="1638028" cy="2509514"/>
          </a:xfrm>
          <a:custGeom>
            <a:avLst/>
            <a:gdLst/>
            <a:ahLst/>
            <a:cxnLst/>
            <a:rect l="l" t="t" r="r" b="b"/>
            <a:pathLst>
              <a:path w="1638028" h="2509514" extrusionOk="0">
                <a:moveTo>
                  <a:pt x="0" y="0"/>
                </a:moveTo>
                <a:lnTo>
                  <a:pt x="1638028" y="0"/>
                </a:lnTo>
                <a:lnTo>
                  <a:pt x="1638028" y="2509514"/>
                </a:lnTo>
                <a:lnTo>
                  <a:pt x="0" y="2509514"/>
                </a:lnTo>
                <a:lnTo>
                  <a:pt x="0" y="0"/>
                </a:lnTo>
                <a:close/>
              </a:path>
            </a:pathLst>
          </a:custGeom>
          <a:blipFill rotWithShape="1">
            <a:blip r:embed="rId4">
              <a:alphaModFix/>
            </a:blip>
            <a:stretch>
              <a:fillRect/>
            </a:stretch>
          </a:blipFill>
          <a:ln>
            <a:noFill/>
          </a:ln>
        </p:spPr>
      </p:sp>
      <p:sp>
        <p:nvSpPr>
          <p:cNvPr id="357" name="Google Shape;357;p26"/>
          <p:cNvSpPr/>
          <p:nvPr/>
        </p:nvSpPr>
        <p:spPr>
          <a:xfrm rot="-5400000">
            <a:off x="12223488" y="6443317"/>
            <a:ext cx="3052494" cy="1986896"/>
          </a:xfrm>
          <a:custGeom>
            <a:avLst/>
            <a:gdLst/>
            <a:ahLst/>
            <a:cxnLst/>
            <a:rect l="l" t="t" r="r" b="b"/>
            <a:pathLst>
              <a:path w="3052494" h="1986896" extrusionOk="0">
                <a:moveTo>
                  <a:pt x="0" y="0"/>
                </a:moveTo>
                <a:lnTo>
                  <a:pt x="3052493" y="0"/>
                </a:lnTo>
                <a:lnTo>
                  <a:pt x="3052493" y="1986896"/>
                </a:lnTo>
                <a:lnTo>
                  <a:pt x="0" y="1986896"/>
                </a:lnTo>
                <a:lnTo>
                  <a:pt x="0" y="0"/>
                </a:lnTo>
                <a:close/>
              </a:path>
            </a:pathLst>
          </a:custGeom>
          <a:blipFill rotWithShape="1">
            <a:blip r:embed="rId5">
              <a:alphaModFix/>
            </a:blip>
            <a:stretch>
              <a:fillRect/>
            </a:stretch>
          </a:blipFill>
          <a:ln>
            <a:noFill/>
          </a:ln>
        </p:spPr>
      </p:sp>
      <p:sp>
        <p:nvSpPr>
          <p:cNvPr id="358" name="Google Shape;358;p26"/>
          <p:cNvSpPr/>
          <p:nvPr/>
        </p:nvSpPr>
        <p:spPr>
          <a:xfrm>
            <a:off x="15050745" y="5940995"/>
            <a:ext cx="1967058" cy="3022016"/>
          </a:xfrm>
          <a:custGeom>
            <a:avLst/>
            <a:gdLst/>
            <a:ahLst/>
            <a:cxnLst/>
            <a:rect l="l" t="t" r="r" b="b"/>
            <a:pathLst>
              <a:path w="1967058" h="3022016" extrusionOk="0">
                <a:moveTo>
                  <a:pt x="0" y="0"/>
                </a:moveTo>
                <a:lnTo>
                  <a:pt x="1967058" y="0"/>
                </a:lnTo>
                <a:lnTo>
                  <a:pt x="1967058" y="3022016"/>
                </a:lnTo>
                <a:lnTo>
                  <a:pt x="0" y="3022016"/>
                </a:lnTo>
                <a:lnTo>
                  <a:pt x="0" y="0"/>
                </a:lnTo>
                <a:close/>
              </a:path>
            </a:pathLst>
          </a:custGeom>
          <a:blipFill rotWithShape="1">
            <a:blip r:embed="rId6">
              <a:alphaModFix/>
            </a:blip>
            <a:stretch>
              <a:fillRect/>
            </a:stretch>
          </a:blipFill>
          <a:ln>
            <a:noFill/>
          </a:ln>
        </p:spPr>
      </p:sp>
      <p:grpSp>
        <p:nvGrpSpPr>
          <p:cNvPr id="359" name="Google Shape;359;p26"/>
          <p:cNvGrpSpPr/>
          <p:nvPr/>
        </p:nvGrpSpPr>
        <p:grpSpPr>
          <a:xfrm>
            <a:off x="14223692" y="4032076"/>
            <a:ext cx="1176067" cy="1176067"/>
            <a:chOff x="0" y="0"/>
            <a:chExt cx="812800" cy="812800"/>
          </a:xfrm>
        </p:grpSpPr>
        <p:sp>
          <p:nvSpPr>
            <p:cNvPr id="360" name="Google Shape;360;p26"/>
            <p:cNvSpPr/>
            <p:nvPr/>
          </p:nvSpPr>
          <p:spPr>
            <a:xfrm>
              <a:off x="0" y="0"/>
              <a:ext cx="812800" cy="812800"/>
            </a:xfrm>
            <a:custGeom>
              <a:avLst/>
              <a:gdLst/>
              <a:ahLst/>
              <a:cxnLst/>
              <a:rect l="l" t="t" r="r" b="b"/>
              <a:pathLst>
                <a:path w="812800" h="812800" extrusionOk="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gradFill>
              <a:gsLst>
                <a:gs pos="0">
                  <a:srgbClr val="C6DB63"/>
                </a:gs>
                <a:gs pos="50000">
                  <a:srgbClr val="FBFFE7"/>
                </a:gs>
                <a:gs pos="100000">
                  <a:srgbClr val="B7D0DD"/>
                </a:gs>
              </a:gsLst>
              <a:lin ang="5400000" scaled="0"/>
            </a:gradFill>
            <a:ln>
              <a:noFill/>
            </a:ln>
          </p:spPr>
        </p:sp>
        <p:sp>
          <p:nvSpPr>
            <p:cNvPr id="361" name="Google Shape;361;p26"/>
            <p:cNvSpPr txBox="1"/>
            <p:nvPr/>
          </p:nvSpPr>
          <p:spPr>
            <a:xfrm>
              <a:off x="127000" y="79375"/>
              <a:ext cx="558800" cy="6064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2" name="Google Shape;362;p26"/>
          <p:cNvGrpSpPr/>
          <p:nvPr/>
        </p:nvGrpSpPr>
        <p:grpSpPr>
          <a:xfrm rot="-5400000">
            <a:off x="8406690" y="5377601"/>
            <a:ext cx="1060138" cy="6078054"/>
            <a:chOff x="0" y="-47625"/>
            <a:chExt cx="68181" cy="390902"/>
          </a:xfrm>
        </p:grpSpPr>
        <p:sp>
          <p:nvSpPr>
            <p:cNvPr id="363" name="Google Shape;363;p26"/>
            <p:cNvSpPr/>
            <p:nvPr/>
          </p:nvSpPr>
          <p:spPr>
            <a:xfrm>
              <a:off x="0" y="0"/>
              <a:ext cx="68181" cy="343277"/>
            </a:xfrm>
            <a:custGeom>
              <a:avLst/>
              <a:gdLst/>
              <a:ahLst/>
              <a:cxnLst/>
              <a:rect l="l" t="t" r="r" b="b"/>
              <a:pathLst>
                <a:path w="68181" h="343277" extrusionOk="0">
                  <a:moveTo>
                    <a:pt x="0" y="0"/>
                  </a:moveTo>
                  <a:lnTo>
                    <a:pt x="68181" y="0"/>
                  </a:lnTo>
                  <a:lnTo>
                    <a:pt x="68181" y="343277"/>
                  </a:lnTo>
                  <a:lnTo>
                    <a:pt x="0" y="343277"/>
                  </a:lnTo>
                  <a:close/>
                </a:path>
              </a:pathLst>
            </a:custGeom>
            <a:gradFill>
              <a:gsLst>
                <a:gs pos="0">
                  <a:srgbClr val="C6DB63"/>
                </a:gs>
                <a:gs pos="50000">
                  <a:srgbClr val="FBFFE7"/>
                </a:gs>
                <a:gs pos="100000">
                  <a:srgbClr val="B7D0DD"/>
                </a:gs>
              </a:gsLst>
              <a:lin ang="5400000" scaled="0"/>
            </a:gradFill>
            <a:ln>
              <a:noFill/>
            </a:ln>
          </p:spPr>
        </p:sp>
        <p:sp>
          <p:nvSpPr>
            <p:cNvPr id="364" name="Google Shape;364;p26"/>
            <p:cNvSpPr txBox="1"/>
            <p:nvPr/>
          </p:nvSpPr>
          <p:spPr>
            <a:xfrm>
              <a:off x="0" y="-47625"/>
              <a:ext cx="68181" cy="390902"/>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5" name="Google Shape;365;p26"/>
          <p:cNvGrpSpPr/>
          <p:nvPr/>
        </p:nvGrpSpPr>
        <p:grpSpPr>
          <a:xfrm>
            <a:off x="15841737" y="4032076"/>
            <a:ext cx="1176067" cy="1176067"/>
            <a:chOff x="0" y="0"/>
            <a:chExt cx="812800" cy="812800"/>
          </a:xfrm>
        </p:grpSpPr>
        <p:sp>
          <p:nvSpPr>
            <p:cNvPr id="366" name="Google Shape;366;p26"/>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gradFill>
              <a:gsLst>
                <a:gs pos="0">
                  <a:srgbClr val="C6DB63"/>
                </a:gs>
                <a:gs pos="50000">
                  <a:srgbClr val="FBFFE7"/>
                </a:gs>
                <a:gs pos="100000">
                  <a:srgbClr val="B7D0DD"/>
                </a:gs>
              </a:gsLst>
              <a:lin ang="5400000" scaled="0"/>
            </a:gradFill>
            <a:ln>
              <a:noFill/>
            </a:ln>
          </p:spPr>
        </p:sp>
        <p:sp>
          <p:nvSpPr>
            <p:cNvPr id="367" name="Google Shape;367;p26"/>
            <p:cNvSpPr txBox="1"/>
            <p:nvPr/>
          </p:nvSpPr>
          <p:spPr>
            <a:xfrm>
              <a:off x="139700" y="92075"/>
              <a:ext cx="533400" cy="581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71"/>
        <p:cNvGrpSpPr/>
        <p:nvPr/>
      </p:nvGrpSpPr>
      <p:grpSpPr>
        <a:xfrm>
          <a:off x="0" y="0"/>
          <a:ext cx="0" cy="0"/>
          <a:chOff x="0" y="0"/>
          <a:chExt cx="0" cy="0"/>
        </a:xfrm>
      </p:grpSpPr>
      <p:grpSp>
        <p:nvGrpSpPr>
          <p:cNvPr id="372" name="Google Shape;372;p27"/>
          <p:cNvGrpSpPr/>
          <p:nvPr/>
        </p:nvGrpSpPr>
        <p:grpSpPr>
          <a:xfrm>
            <a:off x="1629749" y="3427830"/>
            <a:ext cx="7175562" cy="3322845"/>
            <a:chOff x="0" y="-28575"/>
            <a:chExt cx="1889860" cy="875152"/>
          </a:xfrm>
        </p:grpSpPr>
        <p:sp>
          <p:nvSpPr>
            <p:cNvPr id="373" name="Google Shape;373;p27"/>
            <p:cNvSpPr/>
            <p:nvPr/>
          </p:nvSpPr>
          <p:spPr>
            <a:xfrm>
              <a:off x="0" y="0"/>
              <a:ext cx="1889860" cy="846577"/>
            </a:xfrm>
            <a:custGeom>
              <a:avLst/>
              <a:gdLst/>
              <a:ahLst/>
              <a:cxnLst/>
              <a:rect l="l" t="t" r="r" b="b"/>
              <a:pathLst>
                <a:path w="1889860" h="846577" extrusionOk="0">
                  <a:moveTo>
                    <a:pt x="21579" y="0"/>
                  </a:moveTo>
                  <a:lnTo>
                    <a:pt x="1868282" y="0"/>
                  </a:lnTo>
                  <a:cubicBezTo>
                    <a:pt x="1874004" y="0"/>
                    <a:pt x="1879493" y="2273"/>
                    <a:pt x="1883540" y="6320"/>
                  </a:cubicBezTo>
                  <a:cubicBezTo>
                    <a:pt x="1887587" y="10367"/>
                    <a:pt x="1889860" y="15856"/>
                    <a:pt x="1889860" y="21579"/>
                  </a:cubicBezTo>
                  <a:lnTo>
                    <a:pt x="1889860" y="824999"/>
                  </a:lnTo>
                  <a:cubicBezTo>
                    <a:pt x="1889860" y="836916"/>
                    <a:pt x="1880199" y="846577"/>
                    <a:pt x="1868282" y="846577"/>
                  </a:cubicBezTo>
                  <a:lnTo>
                    <a:pt x="21579" y="846577"/>
                  </a:lnTo>
                  <a:cubicBezTo>
                    <a:pt x="9661" y="846577"/>
                    <a:pt x="0" y="836916"/>
                    <a:pt x="0" y="824999"/>
                  </a:cubicBezTo>
                  <a:lnTo>
                    <a:pt x="0" y="21579"/>
                  </a:lnTo>
                  <a:cubicBezTo>
                    <a:pt x="0" y="9661"/>
                    <a:pt x="9661" y="0"/>
                    <a:pt x="21579" y="0"/>
                  </a:cubicBezTo>
                  <a:close/>
                </a:path>
              </a:pathLst>
            </a:custGeom>
            <a:solidFill>
              <a:srgbClr val="000000">
                <a:alpha val="0"/>
              </a:srgbClr>
            </a:solidFill>
            <a:ln w="1905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7"/>
            <p:cNvSpPr txBox="1"/>
            <p:nvPr/>
          </p:nvSpPr>
          <p:spPr>
            <a:xfrm>
              <a:off x="0" y="-28575"/>
              <a:ext cx="1889860" cy="875152"/>
            </a:xfrm>
            <a:prstGeom prst="rect">
              <a:avLst/>
            </a:prstGeom>
            <a:noFill/>
            <a:ln>
              <a:noFill/>
            </a:ln>
          </p:spPr>
          <p:txBody>
            <a:bodyPr spcFirstLastPara="1" wrap="square" lIns="50800" tIns="50800" rIns="50800" bIns="50800" anchor="ctr" anchorCtr="0">
              <a:noAutofit/>
            </a:bodyPr>
            <a:lstStyle/>
            <a:p>
              <a:pPr marL="0" marR="0" lvl="0" indent="0" algn="ctr" rtl="0">
                <a:lnSpc>
                  <a:spcPct val="13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75" name="Google Shape;375;p27"/>
          <p:cNvSpPr txBox="1"/>
          <p:nvPr/>
        </p:nvSpPr>
        <p:spPr>
          <a:xfrm>
            <a:off x="3428992" y="2231818"/>
            <a:ext cx="11430015" cy="333375"/>
          </a:xfrm>
          <a:prstGeom prst="rect">
            <a:avLst/>
          </a:prstGeom>
          <a:noFill/>
          <a:ln>
            <a:noFill/>
          </a:ln>
        </p:spPr>
        <p:txBody>
          <a:bodyPr spcFirstLastPara="1" wrap="square" lIns="0" tIns="0" rIns="0" bIns="0" anchor="t" anchorCtr="0">
            <a:spAutoFit/>
          </a:bodyPr>
          <a:lstStyle/>
          <a:p>
            <a:pPr marL="0" marR="0" lvl="1" indent="0" algn="ctr" rtl="0">
              <a:lnSpc>
                <a:spcPct val="120009"/>
              </a:lnSpc>
              <a:spcBef>
                <a:spcPts val="0"/>
              </a:spcBef>
              <a:spcAft>
                <a:spcPts val="0"/>
              </a:spcAft>
              <a:buNone/>
            </a:pPr>
            <a:r>
              <a:rPr lang="en-US" sz="2199" b="0" i="0" u="none" strike="noStrike" cap="none">
                <a:solidFill>
                  <a:srgbClr val="FFFFFF"/>
                </a:solidFill>
                <a:latin typeface="Inter"/>
                <a:ea typeface="Inter"/>
                <a:cs typeface="Inter"/>
                <a:sym typeface="Inter"/>
              </a:rPr>
              <a:t>This presentation template is free for everyone to use, thanks to the following:</a:t>
            </a:r>
            <a:endParaRPr/>
          </a:p>
        </p:txBody>
      </p:sp>
      <p:sp>
        <p:nvSpPr>
          <p:cNvPr id="376" name="Google Shape;376;p27"/>
          <p:cNvSpPr txBox="1"/>
          <p:nvPr/>
        </p:nvSpPr>
        <p:spPr>
          <a:xfrm>
            <a:off x="2351428" y="5819742"/>
            <a:ext cx="5642741" cy="314325"/>
          </a:xfrm>
          <a:prstGeom prst="rect">
            <a:avLst/>
          </a:prstGeom>
          <a:noFill/>
          <a:ln>
            <a:noFill/>
          </a:ln>
        </p:spPr>
        <p:txBody>
          <a:bodyPr spcFirstLastPara="1" wrap="square" lIns="0" tIns="0" rIns="0" bIns="0" anchor="t" anchorCtr="0">
            <a:spAutoFit/>
          </a:bodyPr>
          <a:lstStyle/>
          <a:p>
            <a:pPr marL="0" marR="0" lvl="1" indent="0" algn="ctr" rtl="0">
              <a:lnSpc>
                <a:spcPct val="120000"/>
              </a:lnSpc>
              <a:spcBef>
                <a:spcPts val="0"/>
              </a:spcBef>
              <a:spcAft>
                <a:spcPts val="0"/>
              </a:spcAft>
              <a:buNone/>
            </a:pPr>
            <a:r>
              <a:rPr lang="en-US" sz="2000" b="0" i="0" u="none" strike="noStrike" cap="none">
                <a:solidFill>
                  <a:srgbClr val="FFFFFF"/>
                </a:solidFill>
                <a:latin typeface="Inter"/>
                <a:ea typeface="Inter"/>
                <a:cs typeface="Inter"/>
                <a:sym typeface="Inter"/>
              </a:rPr>
              <a:t>for this presentation template</a:t>
            </a:r>
            <a:endParaRPr/>
          </a:p>
        </p:txBody>
      </p:sp>
      <p:grpSp>
        <p:nvGrpSpPr>
          <p:cNvPr id="377" name="Google Shape;377;p27"/>
          <p:cNvGrpSpPr/>
          <p:nvPr/>
        </p:nvGrpSpPr>
        <p:grpSpPr>
          <a:xfrm>
            <a:off x="9482688" y="3427830"/>
            <a:ext cx="7175562" cy="3322845"/>
            <a:chOff x="0" y="-28575"/>
            <a:chExt cx="1889860" cy="875152"/>
          </a:xfrm>
        </p:grpSpPr>
        <p:sp>
          <p:nvSpPr>
            <p:cNvPr id="378" name="Google Shape;378;p27"/>
            <p:cNvSpPr/>
            <p:nvPr/>
          </p:nvSpPr>
          <p:spPr>
            <a:xfrm>
              <a:off x="0" y="0"/>
              <a:ext cx="1889860" cy="846577"/>
            </a:xfrm>
            <a:custGeom>
              <a:avLst/>
              <a:gdLst/>
              <a:ahLst/>
              <a:cxnLst/>
              <a:rect l="l" t="t" r="r" b="b"/>
              <a:pathLst>
                <a:path w="1889860" h="846577" extrusionOk="0">
                  <a:moveTo>
                    <a:pt x="21579" y="0"/>
                  </a:moveTo>
                  <a:lnTo>
                    <a:pt x="1868282" y="0"/>
                  </a:lnTo>
                  <a:cubicBezTo>
                    <a:pt x="1874004" y="0"/>
                    <a:pt x="1879493" y="2273"/>
                    <a:pt x="1883540" y="6320"/>
                  </a:cubicBezTo>
                  <a:cubicBezTo>
                    <a:pt x="1887587" y="10367"/>
                    <a:pt x="1889860" y="15856"/>
                    <a:pt x="1889860" y="21579"/>
                  </a:cubicBezTo>
                  <a:lnTo>
                    <a:pt x="1889860" y="824999"/>
                  </a:lnTo>
                  <a:cubicBezTo>
                    <a:pt x="1889860" y="836916"/>
                    <a:pt x="1880199" y="846577"/>
                    <a:pt x="1868282" y="846577"/>
                  </a:cubicBezTo>
                  <a:lnTo>
                    <a:pt x="21579" y="846577"/>
                  </a:lnTo>
                  <a:cubicBezTo>
                    <a:pt x="9661" y="846577"/>
                    <a:pt x="0" y="836916"/>
                    <a:pt x="0" y="824999"/>
                  </a:cubicBezTo>
                  <a:lnTo>
                    <a:pt x="0" y="21579"/>
                  </a:lnTo>
                  <a:cubicBezTo>
                    <a:pt x="0" y="9661"/>
                    <a:pt x="9661" y="0"/>
                    <a:pt x="21579" y="0"/>
                  </a:cubicBezTo>
                  <a:close/>
                </a:path>
              </a:pathLst>
            </a:custGeom>
            <a:solidFill>
              <a:srgbClr val="000000">
                <a:alpha val="0"/>
              </a:srgbClr>
            </a:solidFill>
            <a:ln w="1905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7"/>
            <p:cNvSpPr txBox="1"/>
            <p:nvPr/>
          </p:nvSpPr>
          <p:spPr>
            <a:xfrm>
              <a:off x="0" y="-28575"/>
              <a:ext cx="1889860" cy="875152"/>
            </a:xfrm>
            <a:prstGeom prst="rect">
              <a:avLst/>
            </a:prstGeom>
            <a:noFill/>
            <a:ln>
              <a:noFill/>
            </a:ln>
          </p:spPr>
          <p:txBody>
            <a:bodyPr spcFirstLastPara="1" wrap="square" lIns="50800" tIns="50800" rIns="50800" bIns="50800" anchor="ctr" anchorCtr="0">
              <a:noAutofit/>
            </a:bodyPr>
            <a:lstStyle/>
            <a:p>
              <a:pPr marL="0" marR="0" lvl="0" indent="0" algn="ctr" rtl="0">
                <a:lnSpc>
                  <a:spcPct val="13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0" name="Google Shape;380;p27"/>
          <p:cNvSpPr txBox="1"/>
          <p:nvPr/>
        </p:nvSpPr>
        <p:spPr>
          <a:xfrm>
            <a:off x="10125321" y="5819742"/>
            <a:ext cx="5890296" cy="314325"/>
          </a:xfrm>
          <a:prstGeom prst="rect">
            <a:avLst/>
          </a:prstGeom>
          <a:noFill/>
          <a:ln>
            <a:noFill/>
          </a:ln>
        </p:spPr>
        <p:txBody>
          <a:bodyPr spcFirstLastPara="1" wrap="square" lIns="0" tIns="0" rIns="0" bIns="0" anchor="t" anchorCtr="0">
            <a:spAutoFit/>
          </a:bodyPr>
          <a:lstStyle/>
          <a:p>
            <a:pPr marL="0" marR="0" lvl="1" indent="0" algn="ctr" rtl="0">
              <a:lnSpc>
                <a:spcPct val="120000"/>
              </a:lnSpc>
              <a:spcBef>
                <a:spcPts val="0"/>
              </a:spcBef>
              <a:spcAft>
                <a:spcPts val="0"/>
              </a:spcAft>
              <a:buNone/>
            </a:pPr>
            <a:r>
              <a:rPr lang="en-US" sz="2000" b="0" i="0" u="none" strike="noStrike" cap="none">
                <a:solidFill>
                  <a:srgbClr val="FFFFFF"/>
                </a:solidFill>
                <a:latin typeface="Inter"/>
                <a:ea typeface="Inter"/>
                <a:cs typeface="Inter"/>
                <a:sym typeface="Inter"/>
              </a:rPr>
              <a:t>for the photos, graphics, and elements</a:t>
            </a:r>
            <a:endParaRPr/>
          </a:p>
        </p:txBody>
      </p:sp>
      <p:sp>
        <p:nvSpPr>
          <p:cNvPr id="381" name="Google Shape;381;p27"/>
          <p:cNvSpPr/>
          <p:nvPr/>
        </p:nvSpPr>
        <p:spPr>
          <a:xfrm>
            <a:off x="0" y="7866191"/>
            <a:ext cx="18288000" cy="11903825"/>
          </a:xfrm>
          <a:custGeom>
            <a:avLst/>
            <a:gdLst/>
            <a:ahLst/>
            <a:cxnLst/>
            <a:rect l="l" t="t" r="r" b="b"/>
            <a:pathLst>
              <a:path w="18288000" h="11903825" extrusionOk="0">
                <a:moveTo>
                  <a:pt x="0" y="0"/>
                </a:moveTo>
                <a:lnTo>
                  <a:pt x="18288000" y="0"/>
                </a:lnTo>
                <a:lnTo>
                  <a:pt x="18288000" y="11903826"/>
                </a:lnTo>
                <a:lnTo>
                  <a:pt x="0" y="11903826"/>
                </a:lnTo>
                <a:lnTo>
                  <a:pt x="0" y="0"/>
                </a:lnTo>
                <a:close/>
              </a:path>
            </a:pathLst>
          </a:custGeom>
          <a:blipFill rotWithShape="1">
            <a:blip r:embed="rId3">
              <a:alphaModFix/>
            </a:blip>
            <a:stretch>
              <a:fillRect/>
            </a:stretch>
          </a:blipFill>
          <a:ln>
            <a:noFill/>
          </a:ln>
        </p:spPr>
      </p:sp>
      <p:sp>
        <p:nvSpPr>
          <p:cNvPr id="382" name="Google Shape;382;p27"/>
          <p:cNvSpPr txBox="1"/>
          <p:nvPr/>
        </p:nvSpPr>
        <p:spPr>
          <a:xfrm>
            <a:off x="1028700" y="8887142"/>
            <a:ext cx="16230600" cy="618490"/>
          </a:xfrm>
          <a:prstGeom prst="rect">
            <a:avLst/>
          </a:prstGeom>
          <a:noFill/>
          <a:ln>
            <a:noFill/>
          </a:ln>
        </p:spPr>
        <p:txBody>
          <a:bodyPr spcFirstLastPara="1" wrap="square" lIns="0" tIns="0" rIns="0" bIns="0" anchor="t" anchorCtr="0">
            <a:spAutoFit/>
          </a:bodyPr>
          <a:lstStyle/>
          <a:p>
            <a:pPr marL="0" marR="0" lvl="1" indent="0" algn="ctr" rtl="0">
              <a:lnSpc>
                <a:spcPct val="122005"/>
              </a:lnSpc>
              <a:spcBef>
                <a:spcPts val="0"/>
              </a:spcBef>
              <a:spcAft>
                <a:spcPts val="0"/>
              </a:spcAft>
              <a:buNone/>
            </a:pPr>
            <a:r>
              <a:rPr lang="en-US" sz="3999" b="0" i="0" u="none" strike="noStrike" cap="none">
                <a:solidFill>
                  <a:srgbClr val="000000"/>
                </a:solidFill>
                <a:latin typeface="Raleway"/>
                <a:ea typeface="Raleway"/>
                <a:cs typeface="Raleway"/>
                <a:sym typeface="Raleway"/>
              </a:rPr>
              <a:t>Happy designing!</a:t>
            </a:r>
            <a:endParaRPr/>
          </a:p>
        </p:txBody>
      </p:sp>
      <p:sp>
        <p:nvSpPr>
          <p:cNvPr id="383" name="Google Shape;383;p27"/>
          <p:cNvSpPr txBox="1"/>
          <p:nvPr/>
        </p:nvSpPr>
        <p:spPr>
          <a:xfrm>
            <a:off x="3973492" y="1065186"/>
            <a:ext cx="10341015" cy="106997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000" b="0" i="0" u="none" strike="noStrike" cap="none">
                <a:solidFill>
                  <a:srgbClr val="FFFFFF"/>
                </a:solidFill>
                <a:latin typeface="Raleway"/>
                <a:ea typeface="Raleway"/>
                <a:cs typeface="Raleway"/>
                <a:sym typeface="Raleway"/>
              </a:rPr>
              <a:t>Credits</a:t>
            </a:r>
            <a:endParaRPr/>
          </a:p>
        </p:txBody>
      </p:sp>
      <p:sp>
        <p:nvSpPr>
          <p:cNvPr id="384" name="Google Shape;384;p27"/>
          <p:cNvSpPr txBox="1"/>
          <p:nvPr/>
        </p:nvSpPr>
        <p:spPr>
          <a:xfrm>
            <a:off x="10120228" y="4115134"/>
            <a:ext cx="5900483" cy="12763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500" b="0" i="0" u="none" strike="noStrike" cap="none">
                <a:solidFill>
                  <a:srgbClr val="FFFFFF"/>
                </a:solidFill>
                <a:latin typeface="Raleway"/>
                <a:ea typeface="Raleway"/>
                <a:cs typeface="Raleway"/>
                <a:sym typeface="Raleway"/>
              </a:rPr>
              <a:t>Pexels, Pixabay, Sketchify</a:t>
            </a:r>
            <a:endParaRPr/>
          </a:p>
        </p:txBody>
      </p:sp>
      <p:sp>
        <p:nvSpPr>
          <p:cNvPr id="385" name="Google Shape;385;p27"/>
          <p:cNvSpPr/>
          <p:nvPr/>
        </p:nvSpPr>
        <p:spPr>
          <a:xfrm>
            <a:off x="2844917" y="4150239"/>
            <a:ext cx="4824443" cy="1206111"/>
          </a:xfrm>
          <a:custGeom>
            <a:avLst/>
            <a:gdLst/>
            <a:ahLst/>
            <a:cxnLst/>
            <a:rect l="l" t="t" r="r" b="b"/>
            <a:pathLst>
              <a:path w="4824443" h="1206111" extrusionOk="0">
                <a:moveTo>
                  <a:pt x="0" y="0"/>
                </a:moveTo>
                <a:lnTo>
                  <a:pt x="4824442" y="0"/>
                </a:lnTo>
                <a:lnTo>
                  <a:pt x="4824442" y="1206111"/>
                </a:lnTo>
                <a:lnTo>
                  <a:pt x="0" y="1206111"/>
                </a:lnTo>
                <a:lnTo>
                  <a:pt x="0" y="0"/>
                </a:lnTo>
                <a:close/>
              </a:path>
            </a:pathLst>
          </a:custGeom>
          <a:blipFill rotWithShape="1">
            <a:blip r:embed="rId4">
              <a:alphaModFix/>
            </a:blip>
            <a:stretch>
              <a:fillRect/>
            </a:stretch>
          </a:blipFill>
          <a:ln>
            <a:noFill/>
          </a:ln>
        </p:spPr>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798</Words>
  <Application>Microsoft Office PowerPoint</Application>
  <PresentationFormat>Custom</PresentationFormat>
  <Paragraphs>128</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Space Mono</vt:lpstr>
      <vt:lpstr>Arimo</vt:lpstr>
      <vt:lpstr>Times New Roman</vt:lpstr>
      <vt:lpstr>Arial</vt:lpstr>
      <vt:lpstr>Calibri</vt:lpstr>
      <vt:lpstr>Raleway</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Sirajuddeen Mohamed</cp:lastModifiedBy>
  <cp:revision>1</cp:revision>
  <dcterms:modified xsi:type="dcterms:W3CDTF">2025-08-24T18:43:48Z</dcterms:modified>
</cp:coreProperties>
</file>