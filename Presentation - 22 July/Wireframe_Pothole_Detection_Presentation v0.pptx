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Wireframe-Based Pothole Detection and Avoidance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Presentation</a:t>
            </a:r>
          </a:p>
          <a:p>
            <a:r>
              <a:t>Mr. Jaz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Work in Pothole Detection and 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YOLO-based detection models (YOLOv5, YOLOv8)</a:t>
            </a:r>
          </a:p>
          <a:p>
            <a:r>
              <a:t>• LiDAR + Camera fusion for depth estimation</a:t>
            </a:r>
          </a:p>
          <a:p>
            <a:r>
              <a:t>• Convex Hull and Point Cloud analysis for pothole geometry</a:t>
            </a:r>
          </a:p>
          <a:p>
            <a:r>
              <a:t>• Mobile3DRecon – real-time mesh generation from monocular vision</a:t>
            </a:r>
          </a:p>
          <a:p>
            <a:r>
              <a:t>• RoGs – road-specific meshgrid Gaussian surface reconstruction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Innovations in My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Low-cost camera-only solution (no LiDAR)</a:t>
            </a:r>
          </a:p>
          <a:p>
            <a:r>
              <a:t>• Real-time wireframe mesh generation using monocular depth (MiDaS)</a:t>
            </a:r>
          </a:p>
          <a:p>
            <a:r>
              <a:t>• Integration of object detection (YOLOv8) + depth estimation</a:t>
            </a:r>
          </a:p>
          <a:p>
            <a:r>
              <a:t>• Autonomous vehicle behavior logic (slow down, avoid)</a:t>
            </a:r>
          </a:p>
          <a:p>
            <a:r>
              <a:t>• Tailored for Indian roads and real-world driving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Architecture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Camera Input → YOLOv8 Detection → MiDaS Depth Estimation → Mesh Construction (Open3D) → Control Logic (Python Rules)</a:t>
            </a:r>
          </a:p>
          <a:p/>
          <a:p>
            <a:r>
              <a:t>Final Output: Annotated Video Feed + Control Command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