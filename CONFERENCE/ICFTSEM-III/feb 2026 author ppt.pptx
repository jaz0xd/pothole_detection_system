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15"/>
  </p:notesMasterIdLst>
  <p:handoutMasterIdLst>
    <p:handoutMasterId r:id="rId16"/>
  </p:handoutMasterIdLst>
  <p:sldIdLst>
    <p:sldId id="265" r:id="rId2"/>
    <p:sldId id="269" r:id="rId3"/>
    <p:sldId id="256" r:id="rId4"/>
    <p:sldId id="257" r:id="rId5"/>
    <p:sldId id="267" r:id="rId6"/>
    <p:sldId id="268" r:id="rId7"/>
    <p:sldId id="260" r:id="rId8"/>
    <p:sldId id="261" r:id="rId9"/>
    <p:sldId id="262" r:id="rId10"/>
    <p:sldId id="259" r:id="rId11"/>
    <p:sldId id="266" r:id="rId12"/>
    <p:sldId id="263" r:id="rId13"/>
    <p:sldId id="26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CF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300" y="9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3840"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927-41DC-AE79-40EEABB4F37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1927-41DC-AE79-40EEABB4F37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927-41DC-AE79-40EEABB4F37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1927-41DC-AE79-40EEABB4F37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FBD4-4DA3-8DF7-E33E915F2C65}"/>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percentStack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CA6-423E-8BBF-1A8583C5BF27}"/>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CA6-423E-8BBF-1A8583C5BF27}"/>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6CA6-423E-8BBF-1A8583C5BF27}"/>
            </c:ext>
          </c:extLst>
        </c:ser>
        <c:dLbls>
          <c:showLegendKey val="0"/>
          <c:showVal val="0"/>
          <c:showCatName val="0"/>
          <c:showSerName val="0"/>
          <c:showPercent val="0"/>
          <c:showBubbleSize val="0"/>
        </c:dLbls>
        <c:gapWidth val="150"/>
        <c:overlap val="100"/>
        <c:axId val="429688936"/>
        <c:axId val="429685000"/>
      </c:barChart>
      <c:catAx>
        <c:axId val="429688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29685000"/>
        <c:crosses val="autoZero"/>
        <c:auto val="1"/>
        <c:lblAlgn val="ctr"/>
        <c:lblOffset val="100"/>
        <c:noMultiLvlLbl val="0"/>
      </c:catAx>
      <c:valAx>
        <c:axId val="42968500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2968893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3FE8DB-47D3-46AC-86B3-9FBA08EF31FA}" type="doc">
      <dgm:prSet loTypeId="urn:microsoft.com/office/officeart/2005/8/layout/vList2" loCatId="list" qsTypeId="urn:microsoft.com/office/officeart/2005/8/quickstyle/simple1" qsCatId="simple" csTypeId="urn:microsoft.com/office/officeart/2005/8/colors/accent1_1" csCatId="accent1"/>
      <dgm:spPr/>
      <dgm:t>
        <a:bodyPr/>
        <a:lstStyle/>
        <a:p>
          <a:endParaRPr lang="en-US"/>
        </a:p>
      </dgm:t>
    </dgm:pt>
    <dgm:pt modelId="{FFE448D3-7700-449B-BE18-9DF8118928D0}">
      <dgm:prSet/>
      <dgm:spPr/>
      <dgm:t>
        <a:bodyPr/>
        <a:lstStyle/>
        <a:p>
          <a:r>
            <a:rPr lang="en-US" b="0" i="0" dirty="0">
              <a:latin typeface="Times New Roman" panose="02020603050405020304" pitchFamily="18" charset="0"/>
              <a:cs typeface="Times New Roman" panose="02020603050405020304" pitchFamily="18" charset="0"/>
            </a:rPr>
            <a:t>Contrary to popular belief, Lorem Ipsum is not simply random text. It has roots in a piece of classical Latin literature </a:t>
          </a:r>
          <a:endParaRPr lang="en-US" dirty="0">
            <a:latin typeface="Times New Roman" panose="02020603050405020304" pitchFamily="18" charset="0"/>
            <a:cs typeface="Times New Roman" panose="02020603050405020304" pitchFamily="18" charset="0"/>
          </a:endParaRPr>
        </a:p>
      </dgm:t>
    </dgm:pt>
    <dgm:pt modelId="{1B4B5F1A-CF00-44D2-95F7-42EA396C59B0}" type="parTrans" cxnId="{E17FA0A1-1DCF-4F3B-9FBB-B0D28CA85108}">
      <dgm:prSet/>
      <dgm:spPr/>
      <dgm:t>
        <a:bodyPr/>
        <a:lstStyle/>
        <a:p>
          <a:endParaRPr lang="en-US"/>
        </a:p>
      </dgm:t>
    </dgm:pt>
    <dgm:pt modelId="{D848D8CF-3822-41E9-9C47-9455815825BF}" type="sibTrans" cxnId="{E17FA0A1-1DCF-4F3B-9FBB-B0D28CA85108}">
      <dgm:prSet/>
      <dgm:spPr/>
      <dgm:t>
        <a:bodyPr/>
        <a:lstStyle/>
        <a:p>
          <a:endParaRPr lang="en-US"/>
        </a:p>
      </dgm:t>
    </dgm:pt>
    <dgm:pt modelId="{70631E99-A6CC-413A-AD76-31820C6EA91B}">
      <dgm:prSet/>
      <dgm:spPr/>
      <dgm:t>
        <a:bodyPr/>
        <a:lstStyle/>
        <a:p>
          <a:r>
            <a:rPr lang="en-US" b="0" i="0" dirty="0">
              <a:latin typeface="Times New Roman" panose="02020603050405020304" pitchFamily="18" charset="0"/>
              <a:cs typeface="Times New Roman" panose="02020603050405020304" pitchFamily="18" charset="0"/>
            </a:rPr>
            <a:t>from 45 BC, making it over 2000 years old. Richard McClintock, a Latin professor at Hampden-Sydney College in Virginia, </a:t>
          </a:r>
          <a:endParaRPr lang="en-US" dirty="0">
            <a:latin typeface="Times New Roman" panose="02020603050405020304" pitchFamily="18" charset="0"/>
            <a:cs typeface="Times New Roman" panose="02020603050405020304" pitchFamily="18" charset="0"/>
          </a:endParaRPr>
        </a:p>
      </dgm:t>
    </dgm:pt>
    <dgm:pt modelId="{99054A32-30A3-4280-8703-043262E226D8}" type="parTrans" cxnId="{D2208C72-9175-4850-80E9-366E2A297428}">
      <dgm:prSet/>
      <dgm:spPr/>
      <dgm:t>
        <a:bodyPr/>
        <a:lstStyle/>
        <a:p>
          <a:endParaRPr lang="en-US"/>
        </a:p>
      </dgm:t>
    </dgm:pt>
    <dgm:pt modelId="{9F0991EC-8806-4875-B4AD-2993D4C90FB4}" type="sibTrans" cxnId="{D2208C72-9175-4850-80E9-366E2A297428}">
      <dgm:prSet/>
      <dgm:spPr/>
      <dgm:t>
        <a:bodyPr/>
        <a:lstStyle/>
        <a:p>
          <a:endParaRPr lang="en-US"/>
        </a:p>
      </dgm:t>
    </dgm:pt>
    <dgm:pt modelId="{7FE05DDF-E42E-4B22-9C3F-2D24021CF5FD}">
      <dgm:prSet/>
      <dgm:spPr/>
      <dgm:t>
        <a:bodyPr/>
        <a:lstStyle/>
        <a:p>
          <a:r>
            <a:rPr lang="en-US" b="0" i="0" dirty="0">
              <a:latin typeface="Times New Roman" panose="02020603050405020304" pitchFamily="18" charset="0"/>
              <a:cs typeface="Times New Roman" panose="02020603050405020304" pitchFamily="18" charset="0"/>
            </a:rPr>
            <a:t>looked up one of the more obscure Latin words, </a:t>
          </a:r>
          <a:r>
            <a:rPr lang="en-US" b="0" i="0" dirty="0" err="1">
              <a:latin typeface="Times New Roman" panose="02020603050405020304" pitchFamily="18" charset="0"/>
              <a:cs typeface="Times New Roman" panose="02020603050405020304" pitchFamily="18" charset="0"/>
            </a:rPr>
            <a:t>consectetur</a:t>
          </a:r>
          <a:r>
            <a:rPr lang="en-US" b="0" i="0" dirty="0">
              <a:latin typeface="Times New Roman" panose="02020603050405020304" pitchFamily="18" charset="0"/>
              <a:cs typeface="Times New Roman" panose="02020603050405020304" pitchFamily="18" charset="0"/>
            </a:rPr>
            <a:t>, from a Lorem Ipsum passage, and going through the cites of the word</a:t>
          </a:r>
          <a:endParaRPr lang="en-US" dirty="0">
            <a:latin typeface="Times New Roman" panose="02020603050405020304" pitchFamily="18" charset="0"/>
            <a:cs typeface="Times New Roman" panose="02020603050405020304" pitchFamily="18" charset="0"/>
          </a:endParaRPr>
        </a:p>
      </dgm:t>
    </dgm:pt>
    <dgm:pt modelId="{7FAC30A7-3AA6-40FF-90FF-4EE24DFE1F52}" type="parTrans" cxnId="{E6687EE8-2876-4DF0-96BE-F5A368E4281D}">
      <dgm:prSet/>
      <dgm:spPr/>
      <dgm:t>
        <a:bodyPr/>
        <a:lstStyle/>
        <a:p>
          <a:endParaRPr lang="en-US"/>
        </a:p>
      </dgm:t>
    </dgm:pt>
    <dgm:pt modelId="{31EB9082-B43A-438C-95EF-E73FB2A466AF}" type="sibTrans" cxnId="{E6687EE8-2876-4DF0-96BE-F5A368E4281D}">
      <dgm:prSet/>
      <dgm:spPr/>
      <dgm:t>
        <a:bodyPr/>
        <a:lstStyle/>
        <a:p>
          <a:endParaRPr lang="en-US"/>
        </a:p>
      </dgm:t>
    </dgm:pt>
    <dgm:pt modelId="{BE8840FD-AE2B-40BA-9279-A09501EE9CA9}">
      <dgm:prSet/>
      <dgm:spPr/>
      <dgm:t>
        <a:bodyPr/>
        <a:lstStyle/>
        <a:p>
          <a:r>
            <a:rPr lang="en-US" b="0" i="0" dirty="0">
              <a:latin typeface="Times New Roman" panose="02020603050405020304" pitchFamily="18" charset="0"/>
              <a:cs typeface="Times New Roman" panose="02020603050405020304" pitchFamily="18" charset="0"/>
            </a:rPr>
            <a:t>in classical literature, discovered the undoubtable source. Lorem Ipsum comes from sections 1.10.32 and 1.10.33 of "de </a:t>
          </a:r>
          <a:r>
            <a:rPr lang="en-US" b="0" i="0" dirty="0" err="1">
              <a:latin typeface="Times New Roman" panose="02020603050405020304" pitchFamily="18" charset="0"/>
              <a:cs typeface="Times New Roman" panose="02020603050405020304" pitchFamily="18" charset="0"/>
            </a:rPr>
            <a:t>Finibus</a:t>
          </a:r>
          <a:r>
            <a:rPr lang="en-US" b="0" i="0" dirty="0">
              <a:latin typeface="Times New Roman" panose="02020603050405020304" pitchFamily="18" charset="0"/>
              <a:cs typeface="Times New Roman" panose="02020603050405020304" pitchFamily="18" charset="0"/>
            </a:rPr>
            <a:t> </a:t>
          </a:r>
          <a:r>
            <a:rPr lang="en-US" b="0" i="0" dirty="0" err="1">
              <a:latin typeface="Times New Roman" panose="02020603050405020304" pitchFamily="18" charset="0"/>
              <a:cs typeface="Times New Roman" panose="02020603050405020304" pitchFamily="18" charset="0"/>
            </a:rPr>
            <a:t>Bonorum</a:t>
          </a:r>
          <a:r>
            <a:rPr lang="en-US" b="0" i="0" dirty="0">
              <a:latin typeface="Times New Roman" panose="02020603050405020304" pitchFamily="18" charset="0"/>
              <a:cs typeface="Times New Roman" panose="02020603050405020304" pitchFamily="18" charset="0"/>
            </a:rPr>
            <a:t> et </a:t>
          </a:r>
          <a:r>
            <a:rPr lang="en-US" b="0" i="0" dirty="0" err="1">
              <a:latin typeface="Times New Roman" panose="02020603050405020304" pitchFamily="18" charset="0"/>
              <a:cs typeface="Times New Roman" panose="02020603050405020304" pitchFamily="18" charset="0"/>
            </a:rPr>
            <a:t>Malorum</a:t>
          </a:r>
          <a:r>
            <a:rPr lang="en-US" b="0" i="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dgm:t>
    </dgm:pt>
    <dgm:pt modelId="{1604A0F9-7AB0-48B7-9FD2-EFBE7D802764}" type="parTrans" cxnId="{DD62410B-E4FD-43D8-8765-ACC28C3D18B7}">
      <dgm:prSet/>
      <dgm:spPr/>
      <dgm:t>
        <a:bodyPr/>
        <a:lstStyle/>
        <a:p>
          <a:endParaRPr lang="en-US"/>
        </a:p>
      </dgm:t>
    </dgm:pt>
    <dgm:pt modelId="{1D9AE6F2-EF68-4F3B-9546-49CA9C4EB031}" type="sibTrans" cxnId="{DD62410B-E4FD-43D8-8765-ACC28C3D18B7}">
      <dgm:prSet/>
      <dgm:spPr/>
      <dgm:t>
        <a:bodyPr/>
        <a:lstStyle/>
        <a:p>
          <a:endParaRPr lang="en-US"/>
        </a:p>
      </dgm:t>
    </dgm:pt>
    <dgm:pt modelId="{4EC3E236-BCBD-40D6-8230-7A00B6944693}" type="pres">
      <dgm:prSet presAssocID="{183FE8DB-47D3-46AC-86B3-9FBA08EF31FA}" presName="linear" presStyleCnt="0">
        <dgm:presLayoutVars>
          <dgm:animLvl val="lvl"/>
          <dgm:resizeHandles val="exact"/>
        </dgm:presLayoutVars>
      </dgm:prSet>
      <dgm:spPr/>
      <dgm:t>
        <a:bodyPr/>
        <a:lstStyle/>
        <a:p>
          <a:endParaRPr lang="en-US"/>
        </a:p>
      </dgm:t>
    </dgm:pt>
    <dgm:pt modelId="{842A62DF-D73F-4C2F-A8FD-F591989649D8}" type="pres">
      <dgm:prSet presAssocID="{FFE448D3-7700-449B-BE18-9DF8118928D0}" presName="parentText" presStyleLbl="node1" presStyleIdx="0" presStyleCnt="4">
        <dgm:presLayoutVars>
          <dgm:chMax val="0"/>
          <dgm:bulletEnabled val="1"/>
        </dgm:presLayoutVars>
      </dgm:prSet>
      <dgm:spPr/>
      <dgm:t>
        <a:bodyPr/>
        <a:lstStyle/>
        <a:p>
          <a:endParaRPr lang="en-US"/>
        </a:p>
      </dgm:t>
    </dgm:pt>
    <dgm:pt modelId="{017826CD-7C6B-4DD9-9905-19B8BF185C92}" type="pres">
      <dgm:prSet presAssocID="{D848D8CF-3822-41E9-9C47-9455815825BF}" presName="spacer" presStyleCnt="0"/>
      <dgm:spPr/>
    </dgm:pt>
    <dgm:pt modelId="{5CED7035-62C1-48F5-AC99-0E0BD9C6F36A}" type="pres">
      <dgm:prSet presAssocID="{70631E99-A6CC-413A-AD76-31820C6EA91B}" presName="parentText" presStyleLbl="node1" presStyleIdx="1" presStyleCnt="4">
        <dgm:presLayoutVars>
          <dgm:chMax val="0"/>
          <dgm:bulletEnabled val="1"/>
        </dgm:presLayoutVars>
      </dgm:prSet>
      <dgm:spPr/>
      <dgm:t>
        <a:bodyPr/>
        <a:lstStyle/>
        <a:p>
          <a:endParaRPr lang="en-US"/>
        </a:p>
      </dgm:t>
    </dgm:pt>
    <dgm:pt modelId="{373E18F8-D362-486B-B821-6AA6B48BC6F5}" type="pres">
      <dgm:prSet presAssocID="{9F0991EC-8806-4875-B4AD-2993D4C90FB4}" presName="spacer" presStyleCnt="0"/>
      <dgm:spPr/>
    </dgm:pt>
    <dgm:pt modelId="{614A4280-D0C6-442A-874A-8CC50340E97E}" type="pres">
      <dgm:prSet presAssocID="{7FE05DDF-E42E-4B22-9C3F-2D24021CF5FD}" presName="parentText" presStyleLbl="node1" presStyleIdx="2" presStyleCnt="4">
        <dgm:presLayoutVars>
          <dgm:chMax val="0"/>
          <dgm:bulletEnabled val="1"/>
        </dgm:presLayoutVars>
      </dgm:prSet>
      <dgm:spPr/>
      <dgm:t>
        <a:bodyPr/>
        <a:lstStyle/>
        <a:p>
          <a:endParaRPr lang="en-US"/>
        </a:p>
      </dgm:t>
    </dgm:pt>
    <dgm:pt modelId="{802AF1CB-8751-4017-AD7C-B197924EF85A}" type="pres">
      <dgm:prSet presAssocID="{31EB9082-B43A-438C-95EF-E73FB2A466AF}" presName="spacer" presStyleCnt="0"/>
      <dgm:spPr/>
    </dgm:pt>
    <dgm:pt modelId="{8A844BC3-4B22-4688-8C04-343ED27CD584}" type="pres">
      <dgm:prSet presAssocID="{BE8840FD-AE2B-40BA-9279-A09501EE9CA9}" presName="parentText" presStyleLbl="node1" presStyleIdx="3" presStyleCnt="4">
        <dgm:presLayoutVars>
          <dgm:chMax val="0"/>
          <dgm:bulletEnabled val="1"/>
        </dgm:presLayoutVars>
      </dgm:prSet>
      <dgm:spPr/>
      <dgm:t>
        <a:bodyPr/>
        <a:lstStyle/>
        <a:p>
          <a:endParaRPr lang="en-US"/>
        </a:p>
      </dgm:t>
    </dgm:pt>
  </dgm:ptLst>
  <dgm:cxnLst>
    <dgm:cxn modelId="{D2208C72-9175-4850-80E9-366E2A297428}" srcId="{183FE8DB-47D3-46AC-86B3-9FBA08EF31FA}" destId="{70631E99-A6CC-413A-AD76-31820C6EA91B}" srcOrd="1" destOrd="0" parTransId="{99054A32-30A3-4280-8703-043262E226D8}" sibTransId="{9F0991EC-8806-4875-B4AD-2993D4C90FB4}"/>
    <dgm:cxn modelId="{AC8B038C-093D-44D2-AAF4-D64A3D7CFAEB}" type="presOf" srcId="{BE8840FD-AE2B-40BA-9279-A09501EE9CA9}" destId="{8A844BC3-4B22-4688-8C04-343ED27CD584}" srcOrd="0" destOrd="0" presId="urn:microsoft.com/office/officeart/2005/8/layout/vList2"/>
    <dgm:cxn modelId="{8B39536D-51A4-471E-8E66-DC5B4ED105B8}" type="presOf" srcId="{70631E99-A6CC-413A-AD76-31820C6EA91B}" destId="{5CED7035-62C1-48F5-AC99-0E0BD9C6F36A}" srcOrd="0" destOrd="0" presId="urn:microsoft.com/office/officeart/2005/8/layout/vList2"/>
    <dgm:cxn modelId="{DD62410B-E4FD-43D8-8765-ACC28C3D18B7}" srcId="{183FE8DB-47D3-46AC-86B3-9FBA08EF31FA}" destId="{BE8840FD-AE2B-40BA-9279-A09501EE9CA9}" srcOrd="3" destOrd="0" parTransId="{1604A0F9-7AB0-48B7-9FD2-EFBE7D802764}" sibTransId="{1D9AE6F2-EF68-4F3B-9546-49CA9C4EB031}"/>
    <dgm:cxn modelId="{C04B6879-D0E2-4F12-B88E-2E79A9A723FB}" type="presOf" srcId="{183FE8DB-47D3-46AC-86B3-9FBA08EF31FA}" destId="{4EC3E236-BCBD-40D6-8230-7A00B6944693}" srcOrd="0" destOrd="0" presId="urn:microsoft.com/office/officeart/2005/8/layout/vList2"/>
    <dgm:cxn modelId="{E17FA0A1-1DCF-4F3B-9FBB-B0D28CA85108}" srcId="{183FE8DB-47D3-46AC-86B3-9FBA08EF31FA}" destId="{FFE448D3-7700-449B-BE18-9DF8118928D0}" srcOrd="0" destOrd="0" parTransId="{1B4B5F1A-CF00-44D2-95F7-42EA396C59B0}" sibTransId="{D848D8CF-3822-41E9-9C47-9455815825BF}"/>
    <dgm:cxn modelId="{E6687EE8-2876-4DF0-96BE-F5A368E4281D}" srcId="{183FE8DB-47D3-46AC-86B3-9FBA08EF31FA}" destId="{7FE05DDF-E42E-4B22-9C3F-2D24021CF5FD}" srcOrd="2" destOrd="0" parTransId="{7FAC30A7-3AA6-40FF-90FF-4EE24DFE1F52}" sibTransId="{31EB9082-B43A-438C-95EF-E73FB2A466AF}"/>
    <dgm:cxn modelId="{39863708-776B-4457-A5B5-1B95DBA5F88E}" type="presOf" srcId="{7FE05DDF-E42E-4B22-9C3F-2D24021CF5FD}" destId="{614A4280-D0C6-442A-874A-8CC50340E97E}" srcOrd="0" destOrd="0" presId="urn:microsoft.com/office/officeart/2005/8/layout/vList2"/>
    <dgm:cxn modelId="{4641218A-31FB-45FD-98D3-BB305D9C68BC}" type="presOf" srcId="{FFE448D3-7700-449B-BE18-9DF8118928D0}" destId="{842A62DF-D73F-4C2F-A8FD-F591989649D8}" srcOrd="0" destOrd="0" presId="urn:microsoft.com/office/officeart/2005/8/layout/vList2"/>
    <dgm:cxn modelId="{50C864BB-C9C3-451C-AD33-100D0C768C7B}" type="presParOf" srcId="{4EC3E236-BCBD-40D6-8230-7A00B6944693}" destId="{842A62DF-D73F-4C2F-A8FD-F591989649D8}" srcOrd="0" destOrd="0" presId="urn:microsoft.com/office/officeart/2005/8/layout/vList2"/>
    <dgm:cxn modelId="{43A67699-ECE7-4DE4-8FCC-FDC4F4BF4201}" type="presParOf" srcId="{4EC3E236-BCBD-40D6-8230-7A00B6944693}" destId="{017826CD-7C6B-4DD9-9905-19B8BF185C92}" srcOrd="1" destOrd="0" presId="urn:microsoft.com/office/officeart/2005/8/layout/vList2"/>
    <dgm:cxn modelId="{F07956B9-4E85-478E-B931-1FFA529E5E47}" type="presParOf" srcId="{4EC3E236-BCBD-40D6-8230-7A00B6944693}" destId="{5CED7035-62C1-48F5-AC99-0E0BD9C6F36A}" srcOrd="2" destOrd="0" presId="urn:microsoft.com/office/officeart/2005/8/layout/vList2"/>
    <dgm:cxn modelId="{6D63E44C-904B-4EB9-89B9-9551F2B70B93}" type="presParOf" srcId="{4EC3E236-BCBD-40D6-8230-7A00B6944693}" destId="{373E18F8-D362-486B-B821-6AA6B48BC6F5}" srcOrd="3" destOrd="0" presId="urn:microsoft.com/office/officeart/2005/8/layout/vList2"/>
    <dgm:cxn modelId="{1C890EDB-26FD-48A9-B52F-07220A6C3DEF}" type="presParOf" srcId="{4EC3E236-BCBD-40D6-8230-7A00B6944693}" destId="{614A4280-D0C6-442A-874A-8CC50340E97E}" srcOrd="4" destOrd="0" presId="urn:microsoft.com/office/officeart/2005/8/layout/vList2"/>
    <dgm:cxn modelId="{86BF37DF-ACDB-48A0-A055-1177B9F2169C}" type="presParOf" srcId="{4EC3E236-BCBD-40D6-8230-7A00B6944693}" destId="{802AF1CB-8751-4017-AD7C-B197924EF85A}" srcOrd="5" destOrd="0" presId="urn:microsoft.com/office/officeart/2005/8/layout/vList2"/>
    <dgm:cxn modelId="{EEEB4A5F-2407-4A55-958A-D6BDCF222961}" type="presParOf" srcId="{4EC3E236-BCBD-40D6-8230-7A00B6944693}" destId="{8A844BC3-4B22-4688-8C04-343ED27CD58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2A62DF-D73F-4C2F-A8FD-F591989649D8}">
      <dsp:nvSpPr>
        <dsp:cNvPr id="0" name=""/>
        <dsp:cNvSpPr/>
      </dsp:nvSpPr>
      <dsp:spPr>
        <a:xfrm>
          <a:off x="0" y="22733"/>
          <a:ext cx="6839687" cy="11583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b="0" i="0" kern="1200" dirty="0">
              <a:latin typeface="Times New Roman" panose="02020603050405020304" pitchFamily="18" charset="0"/>
              <a:cs typeface="Times New Roman" panose="02020603050405020304" pitchFamily="18" charset="0"/>
            </a:rPr>
            <a:t>Contrary to popular belief, Lorem Ipsum is not simply random text. It has roots in a piece of classical Latin literature </a:t>
          </a:r>
          <a:endParaRPr lang="en-US" sz="2200" kern="1200" dirty="0">
            <a:latin typeface="Times New Roman" panose="02020603050405020304" pitchFamily="18" charset="0"/>
            <a:cs typeface="Times New Roman" panose="02020603050405020304" pitchFamily="18" charset="0"/>
          </a:endParaRPr>
        </a:p>
      </dsp:txBody>
      <dsp:txXfrm>
        <a:off x="56544" y="79277"/>
        <a:ext cx="6726599" cy="1045212"/>
      </dsp:txXfrm>
    </dsp:sp>
    <dsp:sp modelId="{5CED7035-62C1-48F5-AC99-0E0BD9C6F36A}">
      <dsp:nvSpPr>
        <dsp:cNvPr id="0" name=""/>
        <dsp:cNvSpPr/>
      </dsp:nvSpPr>
      <dsp:spPr>
        <a:xfrm>
          <a:off x="0" y="1244393"/>
          <a:ext cx="6839687" cy="11583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b="0" i="0" kern="1200" dirty="0">
              <a:latin typeface="Times New Roman" panose="02020603050405020304" pitchFamily="18" charset="0"/>
              <a:cs typeface="Times New Roman" panose="02020603050405020304" pitchFamily="18" charset="0"/>
            </a:rPr>
            <a:t>from 45 BC, making it over 2000 years old. Richard McClintock, a Latin professor at Hampden-Sydney College in Virginia, </a:t>
          </a:r>
          <a:endParaRPr lang="en-US" sz="2200" kern="1200" dirty="0">
            <a:latin typeface="Times New Roman" panose="02020603050405020304" pitchFamily="18" charset="0"/>
            <a:cs typeface="Times New Roman" panose="02020603050405020304" pitchFamily="18" charset="0"/>
          </a:endParaRPr>
        </a:p>
      </dsp:txBody>
      <dsp:txXfrm>
        <a:off x="56544" y="1300937"/>
        <a:ext cx="6726599" cy="1045212"/>
      </dsp:txXfrm>
    </dsp:sp>
    <dsp:sp modelId="{614A4280-D0C6-442A-874A-8CC50340E97E}">
      <dsp:nvSpPr>
        <dsp:cNvPr id="0" name=""/>
        <dsp:cNvSpPr/>
      </dsp:nvSpPr>
      <dsp:spPr>
        <a:xfrm>
          <a:off x="0" y="2466053"/>
          <a:ext cx="6839687" cy="11583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b="0" i="0" kern="1200" dirty="0">
              <a:latin typeface="Times New Roman" panose="02020603050405020304" pitchFamily="18" charset="0"/>
              <a:cs typeface="Times New Roman" panose="02020603050405020304" pitchFamily="18" charset="0"/>
            </a:rPr>
            <a:t>looked up one of the more obscure Latin words, </a:t>
          </a:r>
          <a:r>
            <a:rPr lang="en-US" sz="2200" b="0" i="0" kern="1200" dirty="0" err="1">
              <a:latin typeface="Times New Roman" panose="02020603050405020304" pitchFamily="18" charset="0"/>
              <a:cs typeface="Times New Roman" panose="02020603050405020304" pitchFamily="18" charset="0"/>
            </a:rPr>
            <a:t>consectetur</a:t>
          </a:r>
          <a:r>
            <a:rPr lang="en-US" sz="2200" b="0" i="0" kern="1200" dirty="0">
              <a:latin typeface="Times New Roman" panose="02020603050405020304" pitchFamily="18" charset="0"/>
              <a:cs typeface="Times New Roman" panose="02020603050405020304" pitchFamily="18" charset="0"/>
            </a:rPr>
            <a:t>, from a Lorem Ipsum passage, and going through the cites of the word</a:t>
          </a:r>
          <a:endParaRPr lang="en-US" sz="2200" kern="1200" dirty="0">
            <a:latin typeface="Times New Roman" panose="02020603050405020304" pitchFamily="18" charset="0"/>
            <a:cs typeface="Times New Roman" panose="02020603050405020304" pitchFamily="18" charset="0"/>
          </a:endParaRPr>
        </a:p>
      </dsp:txBody>
      <dsp:txXfrm>
        <a:off x="56544" y="2522597"/>
        <a:ext cx="6726599" cy="1045212"/>
      </dsp:txXfrm>
    </dsp:sp>
    <dsp:sp modelId="{8A844BC3-4B22-4688-8C04-343ED27CD584}">
      <dsp:nvSpPr>
        <dsp:cNvPr id="0" name=""/>
        <dsp:cNvSpPr/>
      </dsp:nvSpPr>
      <dsp:spPr>
        <a:xfrm>
          <a:off x="0" y="3687713"/>
          <a:ext cx="6839687" cy="1158300"/>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b="0" i="0" kern="1200" dirty="0">
              <a:latin typeface="Times New Roman" panose="02020603050405020304" pitchFamily="18" charset="0"/>
              <a:cs typeface="Times New Roman" panose="02020603050405020304" pitchFamily="18" charset="0"/>
            </a:rPr>
            <a:t>in classical literature, discovered the undoubtable source. Lorem Ipsum comes from sections 1.10.32 and 1.10.33 of "de </a:t>
          </a:r>
          <a:r>
            <a:rPr lang="en-US" sz="2200" b="0" i="0" kern="1200" dirty="0" err="1">
              <a:latin typeface="Times New Roman" panose="02020603050405020304" pitchFamily="18" charset="0"/>
              <a:cs typeface="Times New Roman" panose="02020603050405020304" pitchFamily="18" charset="0"/>
            </a:rPr>
            <a:t>Finibus</a:t>
          </a:r>
          <a:r>
            <a:rPr lang="en-US" sz="2200" b="0" i="0" kern="1200" dirty="0">
              <a:latin typeface="Times New Roman" panose="02020603050405020304" pitchFamily="18" charset="0"/>
              <a:cs typeface="Times New Roman" panose="02020603050405020304" pitchFamily="18" charset="0"/>
            </a:rPr>
            <a:t> </a:t>
          </a:r>
          <a:r>
            <a:rPr lang="en-US" sz="2200" b="0" i="0" kern="1200" dirty="0" err="1">
              <a:latin typeface="Times New Roman" panose="02020603050405020304" pitchFamily="18" charset="0"/>
              <a:cs typeface="Times New Roman" panose="02020603050405020304" pitchFamily="18" charset="0"/>
            </a:rPr>
            <a:t>Bonorum</a:t>
          </a:r>
          <a:r>
            <a:rPr lang="en-US" sz="2200" b="0" i="0" kern="1200" dirty="0">
              <a:latin typeface="Times New Roman" panose="02020603050405020304" pitchFamily="18" charset="0"/>
              <a:cs typeface="Times New Roman" panose="02020603050405020304" pitchFamily="18" charset="0"/>
            </a:rPr>
            <a:t> et </a:t>
          </a:r>
          <a:r>
            <a:rPr lang="en-US" sz="2200" b="0" i="0" kern="1200" dirty="0" err="1">
              <a:latin typeface="Times New Roman" panose="02020603050405020304" pitchFamily="18" charset="0"/>
              <a:cs typeface="Times New Roman" panose="02020603050405020304" pitchFamily="18" charset="0"/>
            </a:rPr>
            <a:t>Malorum</a:t>
          </a:r>
          <a:r>
            <a:rPr lang="en-US" sz="2200" b="0" i="0" kern="1200" dirty="0">
              <a:latin typeface="Times New Roman" panose="02020603050405020304" pitchFamily="18" charset="0"/>
              <a:cs typeface="Times New Roman" panose="02020603050405020304" pitchFamily="18" charset="0"/>
            </a:rPr>
            <a:t>"</a:t>
          </a:r>
          <a:endParaRPr lang="en-US" sz="2200" kern="1200" dirty="0">
            <a:latin typeface="Times New Roman" panose="02020603050405020304" pitchFamily="18" charset="0"/>
            <a:cs typeface="Times New Roman" panose="02020603050405020304" pitchFamily="18" charset="0"/>
          </a:endParaRPr>
        </a:p>
      </dsp:txBody>
      <dsp:txXfrm>
        <a:off x="56544" y="3744257"/>
        <a:ext cx="6726599" cy="104521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5CF78B-0D02-43A8-8325-9A386999106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5A064DB-86DC-44DA-B98A-E0129676CCF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27956B-5CC6-4F37-A5D3-8ADAA93DFC00}" type="datetimeFigureOut">
              <a:rPr lang="en-US" smtClean="0"/>
              <a:t>1/14/2026</a:t>
            </a:fld>
            <a:endParaRPr lang="en-US"/>
          </a:p>
        </p:txBody>
      </p:sp>
      <p:sp>
        <p:nvSpPr>
          <p:cNvPr id="4" name="Footer Placeholder 3">
            <a:extLst>
              <a:ext uri="{FF2B5EF4-FFF2-40B4-BE49-F238E27FC236}">
                <a16:creationId xmlns:a16="http://schemas.microsoft.com/office/drawing/2014/main" id="{A4B8F9F5-FED8-429A-9A1F-BD8A63DB1D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4FFFA3D-8B0E-438A-B175-82F98F7A1E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E1F1B97-8606-4AF2-A4CA-5AF47D76D7D0}" type="slidenum">
              <a:rPr lang="en-US" smtClean="0"/>
              <a:t>‹#›</a:t>
            </a:fld>
            <a:endParaRPr lang="en-US"/>
          </a:p>
        </p:txBody>
      </p:sp>
    </p:spTree>
    <p:extLst>
      <p:ext uri="{BB962C8B-B14F-4D97-AF65-F5344CB8AC3E}">
        <p14:creationId xmlns:p14="http://schemas.microsoft.com/office/powerpoint/2010/main" val="39418152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5F674-8DD1-4DA8-A2C3-D3B89A602C88}" type="datetimeFigureOut">
              <a:rPr lang="en-IN" smtClean="0"/>
              <a:t>14-01-2026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2A3B30-A2B2-41BD-A49E-20DE79328994}" type="slidenum">
              <a:rPr lang="en-IN" smtClean="0"/>
              <a:t>‹#›</a:t>
            </a:fld>
            <a:endParaRPr lang="en-IN"/>
          </a:p>
        </p:txBody>
      </p:sp>
    </p:spTree>
    <p:extLst>
      <p:ext uri="{BB962C8B-B14F-4D97-AF65-F5344CB8AC3E}">
        <p14:creationId xmlns:p14="http://schemas.microsoft.com/office/powerpoint/2010/main" val="1872293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32A3B30-A2B2-41BD-A49E-20DE79328994}" type="slidenum">
              <a:rPr lang="en-IN" smtClean="0"/>
              <a:t>6</a:t>
            </a:fld>
            <a:endParaRPr lang="en-IN"/>
          </a:p>
        </p:txBody>
      </p:sp>
    </p:spTree>
    <p:extLst>
      <p:ext uri="{BB962C8B-B14F-4D97-AF65-F5344CB8AC3E}">
        <p14:creationId xmlns:p14="http://schemas.microsoft.com/office/powerpoint/2010/main" val="2175914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smtClean="0"/>
              <a:t>Paper ID : 2602XXX             Category : UG / PG / RS / Faculty </a:t>
            </a:r>
            <a:endParaRPr lang="en-US" dirty="0"/>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
        <p:nvSpPr>
          <p:cNvPr id="7" name="Rectangle 1"/>
          <p:cNvSpPr>
            <a:spLocks noChangeArrowheads="1"/>
          </p:cNvSpPr>
          <p:nvPr userDrawn="1"/>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63219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23083"/>
            <a:ext cx="10515600" cy="1325563"/>
          </a:xfrm>
        </p:spPr>
        <p:txBody>
          <a:bodyPr/>
          <a:lstStyle/>
          <a:p>
            <a:r>
              <a:rPr lang="en-US" dirty="0"/>
              <a:t>Click to edit Master title style</a:t>
            </a:r>
          </a:p>
        </p:txBody>
      </p:sp>
      <p:sp>
        <p:nvSpPr>
          <p:cNvPr id="3" name="Content Placeholder 2"/>
          <p:cNvSpPr>
            <a:spLocks noGrp="1"/>
          </p:cNvSpPr>
          <p:nvPr>
            <p:ph idx="1"/>
          </p:nvPr>
        </p:nvSpPr>
        <p:spPr>
          <a:xfrm>
            <a:off x="838200" y="1819764"/>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smtClean="0"/>
              <a:t>Paper ID : 2602XXX             Category : UG / PG / RS / Faculty </a:t>
            </a:r>
            <a:endParaRPr lang="en-US" dirty="0"/>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4041334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smtClean="0"/>
              <a:t>Paper ID : 2602XXX             Category : UG / PG / RS / Faculty </a:t>
            </a:r>
            <a:endParaRPr lang="en-US" dirty="0"/>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2952685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dirty="0" smtClean="0"/>
              <a:t>Paper ID : 2602XXX             Category : UG / PG / RS / Faculty </a:t>
            </a:r>
            <a:endParaRPr lang="en-US" dirty="0"/>
          </a:p>
        </p:txBody>
      </p:sp>
      <p:sp>
        <p:nvSpPr>
          <p:cNvPr id="7" name="Slide Number Placeholder 6"/>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481844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dirty="0" smtClean="0"/>
              <a:t>Paper ID : 2602XXX             Category : UG / PG / RS / Faculty </a:t>
            </a:r>
            <a:endParaRPr lang="en-US" dirty="0"/>
          </a:p>
        </p:txBody>
      </p:sp>
      <p:sp>
        <p:nvSpPr>
          <p:cNvPr id="9" name="Slide Number Placeholder 8"/>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4282827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dirty="0" smtClean="0"/>
              <a:t>Paper ID : 2602XXX             Category : UG / PG / RS / Faculty </a:t>
            </a:r>
            <a:endParaRPr lang="en-US" dirty="0"/>
          </a:p>
        </p:txBody>
      </p:sp>
      <p:sp>
        <p:nvSpPr>
          <p:cNvPr id="5" name="Slide Number Placeholder 4"/>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3423170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dirty="0" smtClean="0"/>
              <a:t>Paper ID : 2602XXX             Category : UG / PG / RS / Faculty </a:t>
            </a:r>
            <a:endParaRPr lang="en-US" dirty="0"/>
          </a:p>
        </p:txBody>
      </p:sp>
      <p:sp>
        <p:nvSpPr>
          <p:cNvPr id="4" name="Slide Number Placeholder 3"/>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503511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dirty="0" smtClean="0"/>
              <a:t>Paper ID : 2602XXX             Category : UG / PG / RS / Faculty </a:t>
            </a:r>
            <a:endParaRPr lang="en-US" dirty="0"/>
          </a:p>
        </p:txBody>
      </p:sp>
      <p:sp>
        <p:nvSpPr>
          <p:cNvPr id="7" name="Slide Number Placeholder 6"/>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106664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dirty="0" smtClean="0"/>
              <a:t>Paper ID : 2602XXX             Category : UG / PG / RS / Faculty </a:t>
            </a:r>
            <a:endParaRPr lang="en-US" dirty="0"/>
          </a:p>
        </p:txBody>
      </p:sp>
      <p:sp>
        <p:nvSpPr>
          <p:cNvPr id="7" name="Slide Number Placeholder 6"/>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957687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smtClean="0"/>
              <a:t>Paper ID : 2602XXX             Category : UG / PG / RS / Faculty </a:t>
            </a:r>
            <a:endParaRPr lang="en-US" dirty="0"/>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2605654955"/>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dirty="0" smtClean="0"/>
              <a:t>Paper ID : 2602XXX             Category : UG / PG / RS / Faculty </a:t>
            </a:r>
            <a:endParaRPr lang="en-US" dirty="0"/>
          </a:p>
        </p:txBody>
      </p:sp>
      <p:sp>
        <p:nvSpPr>
          <p:cNvPr id="6" name="Slide Number Placeholder 5"/>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1214816632"/>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Ref idx="1002">
        <a:schemeClr val="bg2"/>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F274645-626C-4692-8BCF-900900B0A95E}"/>
              </a:ext>
            </a:extLst>
          </p:cNvPr>
          <p:cNvSpPr>
            <a:spLocks noGrp="1"/>
          </p:cNvSpPr>
          <p:nvPr>
            <p:ph type="ftr" sz="quarter" idx="11"/>
          </p:nvPr>
        </p:nvSpPr>
        <p:spPr>
          <a:xfrm>
            <a:off x="2086495" y="6143106"/>
            <a:ext cx="6066905" cy="578370"/>
          </a:xfrm>
        </p:spPr>
        <p:txBody>
          <a:bodyPr/>
          <a:lstStyle>
            <a:lvl1pPr>
              <a:defRPr b="0">
                <a:solidFill>
                  <a:srgbClr val="00B0F0"/>
                </a:solidFill>
                <a:effectLst/>
                <a:latin typeface="Tahoma" panose="020B0604030504040204" pitchFamily="34" charset="0"/>
                <a:ea typeface="Tahoma" panose="020B0604030504040204" pitchFamily="34" charset="0"/>
                <a:cs typeface="Tahoma" panose="020B0604030504040204" pitchFamily="34" charset="0"/>
              </a:defRPr>
            </a:lvl1pPr>
          </a:lstStyle>
          <a:p>
            <a:r>
              <a:rPr lang="en-US" b="1" dirty="0" smtClean="0">
                <a:solidFill>
                  <a:schemeClr val="accent4">
                    <a:lumMod val="50000"/>
                  </a:schemeClr>
                </a:solidFill>
                <a:latin typeface="Times New Roman" panose="02020603050405020304" pitchFamily="18" charset="0"/>
                <a:ea typeface="Calibri" panose="020F0502020204030204" pitchFamily="34" charset="0"/>
                <a:cs typeface="Times New Roman" panose="02020603050405020304" pitchFamily="18" charset="0"/>
              </a:rPr>
              <a:t>Paper ID : 2602XXX             Category : UG / PG / RS / Faculty </a:t>
            </a:r>
            <a:endParaRPr lang="en-US" i="1" dirty="0"/>
          </a:p>
        </p:txBody>
      </p:sp>
      <p:sp>
        <p:nvSpPr>
          <p:cNvPr id="6" name="Slide Number Placeholder 5">
            <a:extLst>
              <a:ext uri="{FF2B5EF4-FFF2-40B4-BE49-F238E27FC236}">
                <a16:creationId xmlns:a16="http://schemas.microsoft.com/office/drawing/2014/main" id="{99F76F3A-A1BA-4CE5-8555-EA0ABA80E65C}"/>
              </a:ext>
            </a:extLst>
          </p:cNvPr>
          <p:cNvSpPr>
            <a:spLocks noGrp="1"/>
          </p:cNvSpPr>
          <p:nvPr>
            <p:ph type="sldNum" sz="quarter" idx="12"/>
          </p:nvPr>
        </p:nvSpPr>
        <p:spPr/>
        <p:txBody>
          <a:bodyPr/>
          <a:lstStyle/>
          <a:p>
            <a:fld id="{7CF33057-8DAF-4BD3-BA1F-F058DBAFCA35}" type="slidenum">
              <a:rPr lang="en-US" smtClean="0"/>
              <a:t>‹#›</a:t>
            </a:fld>
            <a:endParaRPr lang="en-US"/>
          </a:p>
        </p:txBody>
      </p:sp>
      <p:sp>
        <p:nvSpPr>
          <p:cNvPr id="13" name="Title 1">
            <a:extLst>
              <a:ext uri="{FF2B5EF4-FFF2-40B4-BE49-F238E27FC236}">
                <a16:creationId xmlns:a16="http://schemas.microsoft.com/office/drawing/2014/main" id="{B3D41281-6D2C-4F3C-BA8F-87299BEEBCF5}"/>
              </a:ext>
            </a:extLst>
          </p:cNvPr>
          <p:cNvSpPr txBox="1">
            <a:spLocks/>
          </p:cNvSpPr>
          <p:nvPr userDrawn="1"/>
        </p:nvSpPr>
        <p:spPr>
          <a:xfrm>
            <a:off x="1664836" y="804875"/>
            <a:ext cx="8387541" cy="83099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15000"/>
              </a:lnSpc>
              <a:spcBef>
                <a:spcPts val="0"/>
              </a:spcBef>
            </a:pPr>
            <a:r>
              <a:rPr lang="en-US" sz="2400" b="1" dirty="0" smtClean="0">
                <a:solidFill>
                  <a:srgbClr val="7030A0"/>
                </a:solidFill>
                <a:latin typeface="Times New Roman" panose="02020603050405020304" pitchFamily="18" charset="0"/>
                <a:ea typeface="Calibri" panose="020F0502020204030204" pitchFamily="34" charset="0"/>
                <a:cs typeface="Times New Roman" panose="02020603050405020304" pitchFamily="18" charset="0"/>
              </a:rPr>
              <a:t>Third International Conference on Futuristic Trends in Science, Engineering, and Management (ICFTSEM-III) 2026</a:t>
            </a:r>
          </a:p>
        </p:txBody>
      </p:sp>
      <p:sp>
        <p:nvSpPr>
          <p:cNvPr id="14" name="TextBox 13">
            <a:extLst>
              <a:ext uri="{FF2B5EF4-FFF2-40B4-BE49-F238E27FC236}">
                <a16:creationId xmlns:a16="http://schemas.microsoft.com/office/drawing/2014/main" id="{D76A6572-F46A-46D8-98AF-31310E42C274}"/>
              </a:ext>
            </a:extLst>
          </p:cNvPr>
          <p:cNvSpPr txBox="1"/>
          <p:nvPr userDrawn="1"/>
        </p:nvSpPr>
        <p:spPr>
          <a:xfrm>
            <a:off x="2786827" y="1760440"/>
            <a:ext cx="5914292" cy="808619"/>
          </a:xfrm>
          <a:prstGeom prst="rect">
            <a:avLst/>
          </a:prstGeom>
          <a:noFill/>
        </p:spPr>
        <p:txBody>
          <a:bodyPr wrap="square" rtlCol="0">
            <a:spAutoFit/>
          </a:bodyPr>
          <a:lstStyle/>
          <a:p>
            <a:pPr algn="ctr">
              <a:lnSpc>
                <a:spcPct val="115000"/>
              </a:lnSpc>
              <a:spcBef>
                <a:spcPts val="0"/>
              </a:spcBef>
            </a:pPr>
            <a:r>
              <a:rPr lang="en-US" sz="4400" b="1" dirty="0" smtClean="0">
                <a:solidFill>
                  <a:schemeClr val="accent6"/>
                </a:solidFill>
                <a:latin typeface="Times New Roman" panose="02020603050405020304" pitchFamily="18" charset="0"/>
                <a:ea typeface="Calibri" panose="020F0502020204030204" pitchFamily="34" charset="0"/>
                <a:cs typeface="Times New Roman" panose="02020603050405020304" pitchFamily="18" charset="0"/>
              </a:rPr>
              <a:t>ICFTSEM-III -  2026</a:t>
            </a:r>
            <a:endParaRPr lang="en-US" sz="4800" b="1" dirty="0" smtClean="0">
              <a:solidFill>
                <a:schemeClr val="accent6"/>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DC305E64-782B-4467-B6FE-F3A1AD6FF595}"/>
              </a:ext>
            </a:extLst>
          </p:cNvPr>
          <p:cNvSpPr txBox="1"/>
          <p:nvPr userDrawn="1"/>
        </p:nvSpPr>
        <p:spPr>
          <a:xfrm>
            <a:off x="1690058" y="3081672"/>
            <a:ext cx="8704813" cy="923330"/>
          </a:xfrm>
          <a:prstGeom prst="rect">
            <a:avLst/>
          </a:prstGeom>
          <a:noFill/>
        </p:spPr>
        <p:txBody>
          <a:bodyPr wrap="square">
            <a:spAutoFit/>
          </a:bodyPr>
          <a:lstStyle/>
          <a:p>
            <a:r>
              <a:rPr lang="en-US" b="1" dirty="0"/>
              <a:t>Organised by </a:t>
            </a:r>
          </a:p>
          <a:p>
            <a:r>
              <a:rPr lang="en-US" sz="1800" b="0" i="0" kern="1200" dirty="0" smtClean="0">
                <a:solidFill>
                  <a:schemeClr val="tx1"/>
                </a:solidFill>
                <a:effectLst/>
                <a:latin typeface="+mn-lt"/>
                <a:ea typeface="+mn-ea"/>
                <a:cs typeface="+mn-cs"/>
              </a:rPr>
              <a:t>Jointly Organized by School of Management, Xavier University, Patna, India &amp; Global Conference Hub, Coimbatore, Tamil Nadu, India.</a:t>
            </a:r>
            <a:endParaRPr lang="en-US" sz="1600" b="0" i="1" dirty="0"/>
          </a:p>
        </p:txBody>
      </p:sp>
      <p:sp>
        <p:nvSpPr>
          <p:cNvPr id="17" name="TextBox 16">
            <a:extLst>
              <a:ext uri="{FF2B5EF4-FFF2-40B4-BE49-F238E27FC236}">
                <a16:creationId xmlns:a16="http://schemas.microsoft.com/office/drawing/2014/main" id="{B49173D2-8A0B-4D79-8A6A-6C57D2CD14E6}"/>
              </a:ext>
            </a:extLst>
          </p:cNvPr>
          <p:cNvSpPr txBox="1"/>
          <p:nvPr userDrawn="1"/>
        </p:nvSpPr>
        <p:spPr>
          <a:xfrm>
            <a:off x="8974388" y="2326364"/>
            <a:ext cx="2638097" cy="307777"/>
          </a:xfrm>
          <a:prstGeom prst="rect">
            <a:avLst/>
          </a:prstGeom>
          <a:solidFill>
            <a:srgbClr val="0070C0"/>
          </a:solidFill>
        </p:spPr>
        <p:txBody>
          <a:bodyPr wrap="square">
            <a:spAutoFit/>
          </a:bodyPr>
          <a:lstStyle/>
          <a:p>
            <a:pPr algn="r"/>
            <a:r>
              <a:rPr lang="en-US" sz="1400" b="1" kern="1200" dirty="0" smtClean="0">
                <a:solidFill>
                  <a:schemeClr val="tx1"/>
                </a:solidFill>
                <a:latin typeface="+mn-lt"/>
                <a:ea typeface="+mn-ea"/>
                <a:cs typeface="+mn-cs"/>
              </a:rPr>
              <a:t>Dates:27.02.2026 &amp; 28.02.2026</a:t>
            </a:r>
            <a:endParaRPr lang="en-US" sz="1400" b="1" dirty="0"/>
          </a:p>
        </p:txBody>
      </p:sp>
    </p:spTree>
    <p:extLst>
      <p:ext uri="{BB962C8B-B14F-4D97-AF65-F5344CB8AC3E}">
        <p14:creationId xmlns:p14="http://schemas.microsoft.com/office/powerpoint/2010/main" val="63070943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8DA2F-E874-4EAA-9B06-D16CC8F009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987C09-00AE-4433-9195-4932143E9D07}"/>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897AECED-DAEE-43B9-873F-E38BC2696C79}"/>
              </a:ext>
            </a:extLst>
          </p:cNvPr>
          <p:cNvSpPr>
            <a:spLocks noGrp="1"/>
          </p:cNvSpPr>
          <p:nvPr>
            <p:ph type="ftr" sz="quarter" idx="11"/>
          </p:nvPr>
        </p:nvSpPr>
        <p:spPr/>
        <p:txBody>
          <a:bodyPr/>
          <a:lstStyle/>
          <a:p>
            <a:r>
              <a:rPr lang="en-US" dirty="0" smtClean="0"/>
              <a:t>Paper ID : 2602XXX             Category : UG / PG / RS / Faculty </a:t>
            </a:r>
            <a:endParaRPr lang="en-US" dirty="0"/>
          </a:p>
        </p:txBody>
      </p:sp>
      <p:sp>
        <p:nvSpPr>
          <p:cNvPr id="5" name="Slide Number Placeholder 4">
            <a:extLst>
              <a:ext uri="{FF2B5EF4-FFF2-40B4-BE49-F238E27FC236}">
                <a16:creationId xmlns:a16="http://schemas.microsoft.com/office/drawing/2014/main" id="{551A90C2-1E24-4DC9-B2C7-AB830A5B07E8}"/>
              </a:ext>
            </a:extLst>
          </p:cNvPr>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225969761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3361-A1AA-454B-ADB4-42D5599FE35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23C3CD-E15C-44EC-821E-6000F681AB02}"/>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FC9CC74F-E207-417C-869F-8D50FAEFC532}"/>
              </a:ext>
            </a:extLst>
          </p:cNvPr>
          <p:cNvSpPr>
            <a:spLocks noGrp="1"/>
          </p:cNvSpPr>
          <p:nvPr>
            <p:ph type="ftr" sz="quarter" idx="11"/>
          </p:nvPr>
        </p:nvSpPr>
        <p:spPr/>
        <p:txBody>
          <a:bodyPr/>
          <a:lstStyle/>
          <a:p>
            <a:r>
              <a:rPr lang="en-US" dirty="0" smtClean="0"/>
              <a:t>Paper ID : 2602XXX             Category : UG / PG / RS / Faculty </a:t>
            </a:r>
            <a:endParaRPr lang="en-US" dirty="0"/>
          </a:p>
        </p:txBody>
      </p:sp>
      <p:sp>
        <p:nvSpPr>
          <p:cNvPr id="5" name="Slide Number Placeholder 4">
            <a:extLst>
              <a:ext uri="{FF2B5EF4-FFF2-40B4-BE49-F238E27FC236}">
                <a16:creationId xmlns:a16="http://schemas.microsoft.com/office/drawing/2014/main" id="{D670CB11-0AE3-49DF-8BEC-719DBAE0D7BB}"/>
              </a:ext>
            </a:extLst>
          </p:cNvPr>
          <p:cNvSpPr>
            <a:spLocks noGrp="1"/>
          </p:cNvSpPr>
          <p:nvPr>
            <p:ph type="sldNum" sz="quarter" idx="12"/>
          </p:nvPr>
        </p:nvSpPr>
        <p:spPr/>
        <p:txBody>
          <a:bodyPr/>
          <a:lstStyle/>
          <a:p>
            <a:fld id="{7CF33057-8DAF-4BD3-BA1F-F058DBAFCA35}" type="slidenum">
              <a:rPr lang="en-US" smtClean="0"/>
              <a:t>‹#›</a:t>
            </a:fld>
            <a:endParaRPr lang="en-US"/>
          </a:p>
        </p:txBody>
      </p:sp>
    </p:spTree>
    <p:extLst>
      <p:ext uri="{BB962C8B-B14F-4D97-AF65-F5344CB8AC3E}">
        <p14:creationId xmlns:p14="http://schemas.microsoft.com/office/powerpoint/2010/main" val="2625139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smtClean="0"/>
              <a:t>Paper ID : 2602XXX             Category : UG / PG / RS / Faculty </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F33057-8DAF-4BD3-BA1F-F058DBAFCA35}" type="slidenum">
              <a:rPr lang="en-US" smtClean="0"/>
              <a:t>‹#›</a:t>
            </a:fld>
            <a:endParaRPr lang="en-US"/>
          </a:p>
        </p:txBody>
      </p:sp>
      <p:pic>
        <p:nvPicPr>
          <p:cNvPr id="8" name="Picture 7"/>
          <p:cNvPicPr>
            <a:picLocks noChangeAspect="1"/>
          </p:cNvPicPr>
          <p:nvPr userDrawn="1"/>
        </p:nvPicPr>
        <p:blipFill>
          <a:blip r:embed="rId16" cstate="hqprint">
            <a:extLst>
              <a:ext uri="{28A0092B-C50C-407E-A947-70E740481C1C}">
                <a14:useLocalDpi xmlns:a14="http://schemas.microsoft.com/office/drawing/2010/main" val="0"/>
              </a:ext>
            </a:extLst>
          </a:blip>
          <a:stretch>
            <a:fillRect/>
          </a:stretch>
        </p:blipFill>
        <p:spPr>
          <a:xfrm>
            <a:off x="0" y="-29807"/>
            <a:ext cx="1489835" cy="1298367"/>
          </a:xfrm>
          <a:prstGeom prst="rect">
            <a:avLst/>
          </a:prstGeom>
        </p:spPr>
      </p:pic>
      <p:sp>
        <p:nvSpPr>
          <p:cNvPr id="9" name="Rectangle 1"/>
          <p:cNvSpPr>
            <a:spLocks noChangeArrowheads="1"/>
          </p:cNvSpPr>
          <p:nvPr userDrawn="1"/>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0" name="Rectangle 2"/>
          <p:cNvSpPr>
            <a:spLocks noChangeArrowheads="1"/>
          </p:cNvSpPr>
          <p:nvPr userDrawn="1"/>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1" name="Rectangle 3"/>
          <p:cNvSpPr>
            <a:spLocks noChangeArrowheads="1"/>
          </p:cNvSpPr>
          <p:nvPr userDrawn="1"/>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4"/>
          <p:cNvSpPr>
            <a:spLocks noChangeArrowheads="1"/>
          </p:cNvSpPr>
          <p:nvPr userDrawn="1"/>
        </p:nvSpPr>
        <p:spPr bwMode="auto">
          <a:xfrm>
            <a:off x="45720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3" name="Picture 12"/>
          <p:cNvPicPr>
            <a:picLocks noChangeAspect="1"/>
          </p:cNvPicPr>
          <p:nvPr userDrawn="1"/>
        </p:nvPicPr>
        <p:blipFill>
          <a:blip r:embed="rId17"/>
          <a:stretch>
            <a:fillRect/>
          </a:stretch>
        </p:blipFill>
        <p:spPr>
          <a:xfrm>
            <a:off x="10769897" y="0"/>
            <a:ext cx="1399953" cy="1268560"/>
          </a:xfrm>
          <a:prstGeom prst="rect">
            <a:avLst/>
          </a:prstGeom>
        </p:spPr>
      </p:pic>
    </p:spTree>
    <p:extLst>
      <p:ext uri="{BB962C8B-B14F-4D97-AF65-F5344CB8AC3E}">
        <p14:creationId xmlns:p14="http://schemas.microsoft.com/office/powerpoint/2010/main" val="378597512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61" r:id="rId13"/>
    <p:sldLayoutId id="2147483660" r:id="rId14"/>
  </p:sldLayoutIdLst>
  <p:timing>
    <p:tnLst>
      <p:par>
        <p:cTn id="1" dur="indefinite" restart="never" nodeType="tmRoot"/>
      </p:par>
    </p:tnLst>
  </p:timing>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D4370-DD37-4ECB-8120-C13C0700F1D7}"/>
              </a:ext>
            </a:extLst>
          </p:cNvPr>
          <p:cNvSpPr>
            <a:spLocks noGrp="1"/>
          </p:cNvSpPr>
          <p:nvPr>
            <p:ph type="title"/>
          </p:nvPr>
        </p:nvSpPr>
        <p:spPr>
          <a:xfrm>
            <a:off x="1658001" y="730016"/>
            <a:ext cx="8566624" cy="697340"/>
          </a:xfrm>
        </p:spPr>
        <p:txBody>
          <a:bodyPr vert="horz" lIns="91440" tIns="45720" rIns="91440" bIns="45720" rtlCol="0" anchor="b">
            <a:normAutofit fontScale="90000"/>
          </a:bodyPr>
          <a:lstStyle/>
          <a:p>
            <a:pPr algn="ctr"/>
            <a:r>
              <a:rPr lang="en-US" sz="6000" b="1" kern="1200" spc="210" dirty="0">
                <a:latin typeface="Times New Roman" panose="02020603050405020304" pitchFamily="18" charset="0"/>
                <a:cs typeface="Times New Roman" panose="02020603050405020304" pitchFamily="18" charset="0"/>
              </a:rPr>
              <a:t>Instructions to Presenters</a:t>
            </a:r>
            <a:endParaRPr lang="en-US" sz="6000" b="1" kern="12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2E2502C5-75FD-1493-B08B-61B2796B2A01}"/>
              </a:ext>
            </a:extLst>
          </p:cNvPr>
          <p:cNvSpPr>
            <a:spLocks noGrp="1"/>
          </p:cNvSpPr>
          <p:nvPr>
            <p:ph type="ftr" sz="quarter" idx="11"/>
          </p:nvPr>
        </p:nvSpPr>
        <p:spPr/>
        <p:txBody>
          <a:bodyPr/>
          <a:lstStyle/>
          <a:p>
            <a:r>
              <a:rPr lang="en-US" dirty="0" smtClean="0"/>
              <a:t>Paper ID : 2602XXX             Category : UG / PG / RS / Faculty </a:t>
            </a:r>
            <a:endParaRPr lang="en-US" dirty="0"/>
          </a:p>
        </p:txBody>
      </p:sp>
      <p:sp>
        <p:nvSpPr>
          <p:cNvPr id="10" name="Rectangle 6">
            <a:extLst>
              <a:ext uri="{FF2B5EF4-FFF2-40B4-BE49-F238E27FC236}">
                <a16:creationId xmlns:a16="http://schemas.microsoft.com/office/drawing/2014/main" id="{1018F211-938B-4B0C-9F1F-EFBE748DC2C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0" tIns="4761" rIns="47610" bIns="12696"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chemeClr val="tx1"/>
                </a:solidFill>
                <a:effectLst/>
                <a:latin typeface="Lato"/>
              </a:rPr>
              <a:t/>
            </a:r>
            <a:br>
              <a:rPr kumimoji="0" lang="en-US" altLang="en-US" sz="900" b="0" i="0" u="none" strike="noStrike" cap="none" normalizeH="0" baseline="0">
                <a:ln>
                  <a:noFill/>
                </a:ln>
                <a:solidFill>
                  <a:schemeClr val="tx1"/>
                </a:solidFill>
                <a:effectLst/>
                <a:latin typeface="Lato"/>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399A69A4-EDE0-58EC-7BFF-9D88B6440B86}"/>
              </a:ext>
            </a:extLst>
          </p:cNvPr>
          <p:cNvSpPr txBox="1"/>
          <p:nvPr/>
        </p:nvSpPr>
        <p:spPr>
          <a:xfrm>
            <a:off x="936703" y="1538869"/>
            <a:ext cx="10838986" cy="4401205"/>
          </a:xfrm>
          <a:prstGeom prst="rect">
            <a:avLst/>
          </a:prstGeom>
          <a:noFill/>
        </p:spPr>
        <p:txBody>
          <a:bodyPr wrap="square">
            <a:spAutoFit/>
          </a:bodyPr>
          <a:lstStyle/>
          <a:p>
            <a:pPr marL="285750" indent="-285750">
              <a:buFont typeface="Arial" panose="020B0604020202020204" pitchFamily="34" charset="0"/>
              <a:buChar char="•"/>
            </a:pPr>
            <a:r>
              <a:rPr lang="en-GB" sz="2000" spc="210" dirty="0">
                <a:latin typeface="Times New Roman" panose="02020603050405020304" pitchFamily="18" charset="0"/>
                <a:ea typeface="+mj-ea"/>
                <a:cs typeface="Times New Roman" panose="02020603050405020304" pitchFamily="18" charset="0"/>
              </a:rPr>
              <a:t>Authors can modify the template and add slides.</a:t>
            </a:r>
          </a:p>
          <a:p>
            <a:pPr marL="285750" indent="-285750">
              <a:buFont typeface="Arial" panose="020B0604020202020204" pitchFamily="34" charset="0"/>
              <a:buChar char="•"/>
            </a:pPr>
            <a:r>
              <a:rPr lang="en-GB" sz="2000" spc="210" dirty="0">
                <a:latin typeface="Times New Roman" panose="02020603050405020304" pitchFamily="18" charset="0"/>
                <a:ea typeface="+mj-ea"/>
                <a:cs typeface="Times New Roman" panose="02020603050405020304" pitchFamily="18" charset="0"/>
              </a:rPr>
              <a:t>Authors should complete their presentation within10 minutes.</a:t>
            </a:r>
          </a:p>
          <a:p>
            <a:pPr marL="285750" indent="-285750">
              <a:buFont typeface="Arial" panose="020B0604020202020204" pitchFamily="34" charset="0"/>
              <a:buChar char="•"/>
            </a:pPr>
            <a:r>
              <a:rPr lang="en-GB" sz="2000" spc="210" dirty="0">
                <a:latin typeface="Times New Roman" panose="02020603050405020304" pitchFamily="18" charset="0"/>
                <a:ea typeface="+mj-ea"/>
                <a:cs typeface="Times New Roman" panose="02020603050405020304" pitchFamily="18" charset="0"/>
              </a:rPr>
              <a:t>Multiple presenters can combine and present their work within the 10-minute time frame.</a:t>
            </a:r>
          </a:p>
          <a:p>
            <a:pPr marL="285750" indent="-285750">
              <a:buFont typeface="Arial" panose="020B0604020202020204" pitchFamily="34" charset="0"/>
              <a:buChar char="•"/>
            </a:pPr>
            <a:r>
              <a:rPr lang="en-GB" sz="2000" spc="210" dirty="0">
                <a:latin typeface="Times New Roman" panose="02020603050405020304" pitchFamily="18" charset="0"/>
                <a:ea typeface="+mj-ea"/>
                <a:cs typeface="Times New Roman" panose="02020603050405020304" pitchFamily="18" charset="0"/>
              </a:rPr>
              <a:t>The maximum allowed is 15 slides per team.</a:t>
            </a:r>
          </a:p>
          <a:p>
            <a:pPr marL="285750" indent="-285750">
              <a:buFont typeface="Arial" panose="020B0604020202020204" pitchFamily="34" charset="0"/>
              <a:buChar char="•"/>
            </a:pPr>
            <a:r>
              <a:rPr lang="en-GB" sz="2000" spc="210" dirty="0">
                <a:latin typeface="Times New Roman" panose="02020603050405020304" pitchFamily="18" charset="0"/>
                <a:ea typeface="+mj-ea"/>
                <a:cs typeface="Times New Roman" panose="02020603050405020304" pitchFamily="18" charset="0"/>
              </a:rPr>
              <a:t>Your presentation will be evaluated by the Conference Chair and team members based on the rubric </a:t>
            </a:r>
            <a:r>
              <a:rPr lang="en-GB" sz="2000" b="1" spc="210" dirty="0">
                <a:latin typeface="Times New Roman" panose="02020603050405020304" pitchFamily="18" charset="0"/>
                <a:ea typeface="+mj-ea"/>
                <a:cs typeface="Times New Roman" panose="02020603050405020304" pitchFamily="18" charset="0"/>
              </a:rPr>
              <a:t>(rubric sheet available on the next slide)</a:t>
            </a:r>
            <a:endParaRPr lang="en-US" altLang="en-US"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2000" b="1" spc="210" dirty="0">
                <a:latin typeface="Times New Roman" panose="02020603050405020304" pitchFamily="18" charset="0"/>
                <a:ea typeface="+mj-ea"/>
                <a:cs typeface="Times New Roman" panose="02020603050405020304" pitchFamily="18" charset="0"/>
              </a:rPr>
              <a:t>Note : </a:t>
            </a:r>
            <a:r>
              <a:rPr lang="en-US" altLang="en-US" sz="2000" spc="210" dirty="0">
                <a:latin typeface="Times New Roman" panose="02020603050405020304" pitchFamily="18" charset="0"/>
                <a:ea typeface="+mj-ea"/>
                <a:cs typeface="Times New Roman" panose="02020603050405020304" pitchFamily="18" charset="0"/>
              </a:rPr>
              <a:t>(No. of Days required for Sending Documents after the Conference)</a:t>
            </a:r>
            <a:r>
              <a:rPr lang="en-US" altLang="en-US" sz="2000" dirty="0">
                <a:latin typeface="Times New Roman" panose="02020603050405020304" pitchFamily="18" charset="0"/>
                <a:cs typeface="Times New Roman" panose="02020603050405020304" pitchFamily="18" charset="0"/>
              </a:rPr>
              <a:t/>
            </a:r>
            <a:br>
              <a:rPr lang="en-US" altLang="en-US" sz="2000" dirty="0">
                <a:latin typeface="Times New Roman" panose="02020603050405020304" pitchFamily="18" charset="0"/>
                <a:cs typeface="Times New Roman" panose="02020603050405020304" pitchFamily="18" charset="0"/>
              </a:rPr>
            </a:br>
            <a:r>
              <a:rPr lang="en-US" altLang="en-US" sz="2000" spc="210" dirty="0">
                <a:latin typeface="Times New Roman" panose="02020603050405020304" pitchFamily="18" charset="0"/>
                <a:ea typeface="+mj-ea"/>
                <a:cs typeface="Times New Roman" panose="02020603050405020304" pitchFamily="18" charset="0"/>
              </a:rPr>
              <a:t>Conference Participation Certificate = within 04 working days</a:t>
            </a:r>
          </a:p>
          <a:p>
            <a:pPr marL="285750" indent="-285750">
              <a:buFont typeface="Arial" panose="020B0604020202020204" pitchFamily="34" charset="0"/>
              <a:buChar char="•"/>
            </a:pPr>
            <a:r>
              <a:rPr lang="en-US" altLang="en-US" sz="2000" spc="210" dirty="0">
                <a:latin typeface="Times New Roman" panose="02020603050405020304" pitchFamily="18" charset="0"/>
                <a:ea typeface="+mj-ea"/>
                <a:cs typeface="Times New Roman" panose="02020603050405020304" pitchFamily="18" charset="0"/>
              </a:rPr>
              <a:t>Best Presentation Certificate = 07 working days</a:t>
            </a:r>
            <a:br>
              <a:rPr lang="en-US" altLang="en-US" sz="2000" spc="210" dirty="0">
                <a:latin typeface="Times New Roman" panose="02020603050405020304" pitchFamily="18" charset="0"/>
                <a:ea typeface="+mj-ea"/>
                <a:cs typeface="Times New Roman" panose="02020603050405020304" pitchFamily="18" charset="0"/>
              </a:rPr>
            </a:br>
            <a:r>
              <a:rPr lang="en-US" altLang="en-US" sz="2000" spc="210" dirty="0">
                <a:latin typeface="Times New Roman" panose="02020603050405020304" pitchFamily="18" charset="0"/>
                <a:ea typeface="+mj-ea"/>
                <a:cs typeface="Times New Roman" panose="02020603050405020304" pitchFamily="18" charset="0"/>
              </a:rPr>
              <a:t>Conference Proceedings = within 23 working days (changes when submission from all Authors is delayed)</a:t>
            </a:r>
          </a:p>
          <a:p>
            <a:pPr marL="285750" indent="-285750">
              <a:buFont typeface="Arial" panose="020B0604020202020204" pitchFamily="34" charset="0"/>
              <a:buChar char="•"/>
            </a:pPr>
            <a:r>
              <a:rPr lang="en-US" altLang="en-US" sz="2000" spc="210" dirty="0">
                <a:latin typeface="Times New Roman" panose="02020603050405020304" pitchFamily="18" charset="0"/>
                <a:ea typeface="+mj-ea"/>
                <a:cs typeface="Times New Roman" panose="02020603050405020304" pitchFamily="18" charset="0"/>
              </a:rPr>
              <a:t>Paper Publication Certificate = 28 working days from final Copyright form submission and full paper as per </a:t>
            </a:r>
            <a:r>
              <a:rPr lang="en-US" altLang="en-US" sz="2000" spc="210" dirty="0" smtClean="0">
                <a:latin typeface="Times New Roman" panose="02020603050405020304" pitchFamily="18" charset="0"/>
                <a:ea typeface="+mj-ea"/>
                <a:cs typeface="Times New Roman" panose="02020603050405020304" pitchFamily="18" charset="0"/>
              </a:rPr>
              <a:t>template</a:t>
            </a:r>
            <a:endParaRPr lang="en-GB" sz="2000" spc="210"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35513451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3B3D1-A356-4613-8A4B-640F6011E1E7}"/>
              </a:ext>
            </a:extLst>
          </p:cNvPr>
          <p:cNvSpPr>
            <a:spLocks noGrp="1"/>
          </p:cNvSpPr>
          <p:nvPr>
            <p:ph type="title"/>
          </p:nvPr>
        </p:nvSpPr>
        <p:spPr>
          <a:xfrm>
            <a:off x="926480" y="808978"/>
            <a:ext cx="10339039" cy="741042"/>
          </a:xfrm>
        </p:spPr>
        <p:txBody>
          <a:bodyPr>
            <a:noAutofit/>
          </a:bodyPr>
          <a:lstStyle/>
          <a:p>
            <a:pPr algn="ctr"/>
            <a:r>
              <a:rPr lang="en-US" sz="1200" b="1" dirty="0">
                <a:latin typeface="Times New Roman" panose="02020603050405020304" pitchFamily="18" charset="0"/>
                <a:cs typeface="Times New Roman" panose="02020603050405020304" pitchFamily="18" charset="0"/>
              </a:rPr>
              <a:t>Third International Conference on Futuristic Trends in Science, Engineering, and Management (ICFTSEM-III) 2026</a:t>
            </a:r>
            <a:r>
              <a:rPr lang="en-US" sz="1200" b="1" dirty="0" smtClean="0">
                <a:latin typeface="Times New Roman" panose="02020603050405020304" pitchFamily="18" charset="0"/>
                <a:cs typeface="Times New Roman" panose="02020603050405020304" pitchFamily="18" charset="0"/>
              </a:rPr>
              <a:t/>
            </a:r>
            <a:br>
              <a:rPr lang="en-US" sz="1200" b="1" dirty="0" smtClean="0">
                <a:latin typeface="Times New Roman" panose="02020603050405020304" pitchFamily="18" charset="0"/>
                <a:cs typeface="Times New Roman" panose="02020603050405020304" pitchFamily="18" charset="0"/>
              </a:rPr>
            </a:br>
            <a:r>
              <a:rPr lang="en-US" sz="1200" b="1" dirty="0" smtClean="0">
                <a:latin typeface="Times New Roman" panose="02020603050405020304" pitchFamily="18" charset="0"/>
                <a:cs typeface="Times New Roman" panose="02020603050405020304" pitchFamily="18" charset="0"/>
              </a:rPr>
              <a:t>&amp; Global </a:t>
            </a:r>
            <a:r>
              <a:rPr lang="en-US" sz="1200" b="1" dirty="0">
                <a:latin typeface="Times New Roman" panose="02020603050405020304" pitchFamily="18" charset="0"/>
                <a:cs typeface="Times New Roman" panose="02020603050405020304" pitchFamily="18" charset="0"/>
              </a:rPr>
              <a:t>Conference Hub, Coimbatore, Tamil Nadu, India</a:t>
            </a:r>
            <a:r>
              <a:rPr lang="en-US" sz="1200" b="1" dirty="0" smtClean="0">
                <a:latin typeface="Times New Roman" panose="02020603050405020304" pitchFamily="18" charset="0"/>
                <a:cs typeface="Times New Roman" panose="02020603050405020304" pitchFamily="18" charset="0"/>
              </a:rPr>
              <a:t>.</a:t>
            </a:r>
            <a:br>
              <a:rPr lang="en-US" sz="1200" b="1" dirty="0" smtClean="0">
                <a:latin typeface="Times New Roman" panose="02020603050405020304" pitchFamily="18" charset="0"/>
                <a:cs typeface="Times New Roman" panose="02020603050405020304" pitchFamily="18" charset="0"/>
              </a:rPr>
            </a:br>
            <a:r>
              <a:rPr lang="en-US" sz="1200" b="1" dirty="0" smtClean="0">
                <a:latin typeface="Times New Roman" panose="02020603050405020304" pitchFamily="18" charset="0"/>
                <a:cs typeface="Times New Roman" panose="02020603050405020304" pitchFamily="18" charset="0"/>
              </a:rPr>
              <a:t>Rubric </a:t>
            </a:r>
            <a:r>
              <a:rPr lang="en-US" sz="1200" b="1" dirty="0">
                <a:latin typeface="Times New Roman" panose="02020603050405020304" pitchFamily="18" charset="0"/>
                <a:cs typeface="Times New Roman" panose="02020603050405020304" pitchFamily="18" charset="0"/>
              </a:rPr>
              <a:t>for Best Presentation (UG, PG, Research Scholar &amp; Faculty)</a:t>
            </a:r>
            <a:br>
              <a:rPr lang="en-US" sz="1200" b="1" dirty="0">
                <a:latin typeface="Times New Roman" panose="02020603050405020304" pitchFamily="18" charset="0"/>
                <a:cs typeface="Times New Roman" panose="02020603050405020304" pitchFamily="18" charset="0"/>
              </a:rPr>
            </a:br>
            <a:endParaRPr lang="en-US" sz="1200" b="1"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D429C9F-004F-40E0-B7AC-59F7302620CF}"/>
              </a:ext>
            </a:extLst>
          </p:cNvPr>
          <p:cNvSpPr>
            <a:spLocks noGrp="1"/>
          </p:cNvSpPr>
          <p:nvPr>
            <p:ph type="ftr" sz="quarter" idx="11"/>
          </p:nvPr>
        </p:nvSpPr>
        <p:spPr>
          <a:xfrm>
            <a:off x="4049751" y="6356350"/>
            <a:ext cx="3945673" cy="289777"/>
          </a:xfrm>
        </p:spPr>
        <p:txBody>
          <a:bodyPr/>
          <a:lstStyle/>
          <a:p>
            <a:r>
              <a:rPr lang="en-US" dirty="0" smtClean="0"/>
              <a:t>Paper ID : 2602XXX             Category : UG / PG / RS / Faculty </a:t>
            </a:r>
            <a:endParaRPr lang="en-US" dirty="0"/>
          </a:p>
        </p:txBody>
      </p:sp>
      <p:pic>
        <p:nvPicPr>
          <p:cNvPr id="6" name="Content Placeholder 5"/>
          <p:cNvPicPr>
            <a:picLocks noGrp="1" noChangeAspect="1"/>
          </p:cNvPicPr>
          <p:nvPr>
            <p:ph idx="1"/>
          </p:nvPr>
        </p:nvPicPr>
        <p:blipFill rotWithShape="1">
          <a:blip r:embed="rId2"/>
          <a:srcRect t="4575" b="1373"/>
          <a:stretch/>
        </p:blipFill>
        <p:spPr>
          <a:xfrm>
            <a:off x="1427357" y="1906936"/>
            <a:ext cx="8999034" cy="4371201"/>
          </a:xfrm>
          <a:prstGeom prst="rect">
            <a:avLst/>
          </a:prstGeom>
        </p:spPr>
      </p:pic>
    </p:spTree>
    <p:extLst>
      <p:ext uri="{BB962C8B-B14F-4D97-AF65-F5344CB8AC3E}">
        <p14:creationId xmlns:p14="http://schemas.microsoft.com/office/powerpoint/2010/main" val="9920219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pattFill prst="pct90">
          <a:fgClr>
            <a:schemeClr val="bg2">
              <a:tint val="95000"/>
              <a:satMod val="170000"/>
            </a:schemeClr>
          </a:fgClr>
          <a:bgClr>
            <a:schemeClr val="accent4">
              <a:lumMod val="60000"/>
              <a:lumOff val="40000"/>
            </a:schemeClr>
          </a:bgClr>
        </a:patt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2F9EC0C-6D7D-448A-9AB3-1F513268C2EE}"/>
              </a:ext>
            </a:extLst>
          </p:cNvPr>
          <p:cNvSpPr>
            <a:spLocks noGrp="1"/>
          </p:cNvSpPr>
          <p:nvPr>
            <p:ph type="subTitle" idx="4294967295"/>
          </p:nvPr>
        </p:nvSpPr>
        <p:spPr>
          <a:xfrm>
            <a:off x="1956408" y="4158543"/>
            <a:ext cx="8848725" cy="666750"/>
          </a:xfrm>
        </p:spPr>
        <p:txBody>
          <a:bodyPr>
            <a:noAutofit/>
          </a:bodyPr>
          <a:lstStyle/>
          <a:p>
            <a:pPr marL="0" indent="0" algn="ctr">
              <a:buNone/>
            </a:pPr>
            <a:r>
              <a:rPr lang="en-US" sz="2000" b="1" spc="144" dirty="0">
                <a:solidFill>
                  <a:schemeClr val="bg1"/>
                </a:solidFill>
                <a:highlight>
                  <a:srgbClr val="000080"/>
                </a:highlight>
                <a:latin typeface="Times New Roman" panose="02020603050405020304" pitchFamily="18" charset="0"/>
                <a:cs typeface="Times New Roman" panose="02020603050405020304" pitchFamily="18" charset="0"/>
              </a:rPr>
              <a:t>Paper Title : </a:t>
            </a:r>
            <a:r>
              <a:rPr lang="en-US" sz="2000" dirty="0" err="1">
                <a:solidFill>
                  <a:schemeClr val="bg1"/>
                </a:solidFill>
                <a:highlight>
                  <a:srgbClr val="000080"/>
                </a:highlight>
              </a:rPr>
              <a:t>Deepfake</a:t>
            </a:r>
            <a:r>
              <a:rPr lang="en-US" sz="2000" dirty="0">
                <a:solidFill>
                  <a:schemeClr val="bg1"/>
                </a:solidFill>
                <a:highlight>
                  <a:srgbClr val="000080"/>
                </a:highlight>
              </a:rPr>
              <a:t> detection using Deep Learning </a:t>
            </a:r>
            <a:endParaRPr lang="en-US" sz="2000" i="1" dirty="0">
              <a:solidFill>
                <a:schemeClr val="bg1"/>
              </a:solidFill>
              <a:highlight>
                <a:srgbClr val="000080"/>
              </a:highlight>
              <a:latin typeface="Times New Roman" panose="02020603050405020304" pitchFamily="18" charset="0"/>
              <a:cs typeface="Times New Roman" panose="02020603050405020304" pitchFamily="18" charset="0"/>
            </a:endParaRPr>
          </a:p>
        </p:txBody>
      </p:sp>
      <p:sp>
        <p:nvSpPr>
          <p:cNvPr id="20" name="TextBox 12">
            <a:extLst>
              <a:ext uri="{FF2B5EF4-FFF2-40B4-BE49-F238E27FC236}">
                <a16:creationId xmlns:a16="http://schemas.microsoft.com/office/drawing/2014/main" id="{888D88C6-4587-4696-A2DC-3E45C686C073}"/>
              </a:ext>
            </a:extLst>
          </p:cNvPr>
          <p:cNvSpPr txBox="1"/>
          <p:nvPr/>
        </p:nvSpPr>
        <p:spPr>
          <a:xfrm>
            <a:off x="9399001" y="4825294"/>
            <a:ext cx="2242721" cy="846386"/>
          </a:xfrm>
          <a:prstGeom prst="rect">
            <a:avLst/>
          </a:prstGeom>
        </p:spPr>
        <p:txBody>
          <a:bodyPr wrap="square" lIns="0" tIns="0" rIns="0" bIns="0" rtlCol="0" anchor="t">
            <a:spAutoFit/>
          </a:bodyPr>
          <a:lstStyle/>
          <a:p>
            <a:pPr algn="r"/>
            <a:r>
              <a:rPr lang="en-US" sz="1100" b="1" i="1" dirty="0">
                <a:solidFill>
                  <a:srgbClr val="000000"/>
                </a:solidFill>
                <a:latin typeface="Saira Medium"/>
              </a:rPr>
              <a:t>Presented by</a:t>
            </a:r>
          </a:p>
          <a:p>
            <a:pPr algn="r"/>
            <a:r>
              <a:rPr lang="en-US" sz="1100" dirty="0" err="1" smtClean="0">
                <a:solidFill>
                  <a:srgbClr val="000000"/>
                </a:solidFill>
                <a:latin typeface="Times New Roman" panose="02020603050405020304" pitchFamily="18" charset="0"/>
                <a:cs typeface="Times New Roman" panose="02020603050405020304" pitchFamily="18" charset="0"/>
              </a:rPr>
              <a:t>Mr.T.Sunil</a:t>
            </a:r>
            <a:r>
              <a:rPr lang="en-US" sz="1100" dirty="0" smtClean="0">
                <a:solidFill>
                  <a:srgbClr val="000000"/>
                </a:solidFill>
                <a:latin typeface="Times New Roman" panose="02020603050405020304" pitchFamily="18" charset="0"/>
                <a:cs typeface="Times New Roman" panose="02020603050405020304" pitchFamily="18" charset="0"/>
              </a:rPr>
              <a:t>,</a:t>
            </a:r>
            <a:r>
              <a:rPr lang="en-US" sz="1100" i="1" dirty="0" smtClean="0">
                <a:solidFill>
                  <a:srgbClr val="000000"/>
                </a:solidFill>
                <a:latin typeface="Saira Medium"/>
              </a:rPr>
              <a:t>,</a:t>
            </a:r>
            <a:endParaRPr lang="en-US" sz="1100" i="1" dirty="0">
              <a:solidFill>
                <a:srgbClr val="000000"/>
              </a:solidFill>
              <a:latin typeface="Saira Medium"/>
            </a:endParaRPr>
          </a:p>
          <a:p>
            <a:pPr algn="r"/>
            <a:r>
              <a:rPr lang="en-US" sz="1100" i="1" dirty="0">
                <a:solidFill>
                  <a:srgbClr val="000000"/>
                </a:solidFill>
                <a:latin typeface="Saira Medium"/>
              </a:rPr>
              <a:t>Student - </a:t>
            </a:r>
            <a:r>
              <a:rPr lang="en-US" sz="1100" i="1" dirty="0" smtClean="0">
                <a:solidFill>
                  <a:srgbClr val="000000"/>
                </a:solidFill>
                <a:latin typeface="Saira Medium"/>
              </a:rPr>
              <a:t>PG</a:t>
            </a:r>
            <a:endParaRPr lang="en-US" sz="1100" i="1" dirty="0">
              <a:solidFill>
                <a:srgbClr val="000000"/>
              </a:solidFill>
              <a:latin typeface="Saira Medium"/>
            </a:endParaRPr>
          </a:p>
          <a:p>
            <a:pPr algn="r"/>
            <a:r>
              <a:rPr lang="en-US" sz="1100" i="1" dirty="0" smtClean="0">
                <a:solidFill>
                  <a:srgbClr val="000000"/>
                </a:solidFill>
                <a:latin typeface="Saira Medium"/>
              </a:rPr>
              <a:t>LMW </a:t>
            </a:r>
            <a:r>
              <a:rPr lang="en-US" sz="1100" i="1" dirty="0">
                <a:solidFill>
                  <a:srgbClr val="000000"/>
                </a:solidFill>
                <a:latin typeface="Saira Medium"/>
              </a:rPr>
              <a:t>University,</a:t>
            </a:r>
          </a:p>
          <a:p>
            <a:pPr algn="r"/>
            <a:r>
              <a:rPr lang="en-US" sz="1100" i="1" dirty="0">
                <a:solidFill>
                  <a:srgbClr val="000000"/>
                </a:solidFill>
                <a:latin typeface="Saira Medium"/>
              </a:rPr>
              <a:t>Haryana</a:t>
            </a:r>
          </a:p>
        </p:txBody>
      </p:sp>
      <p:sp>
        <p:nvSpPr>
          <p:cNvPr id="21" name="TextBox 13">
            <a:extLst>
              <a:ext uri="{FF2B5EF4-FFF2-40B4-BE49-F238E27FC236}">
                <a16:creationId xmlns:a16="http://schemas.microsoft.com/office/drawing/2014/main" id="{1B9DC2CD-1FDA-4098-8536-1028F4B1FD72}"/>
              </a:ext>
            </a:extLst>
          </p:cNvPr>
          <p:cNvSpPr txBox="1"/>
          <p:nvPr/>
        </p:nvSpPr>
        <p:spPr>
          <a:xfrm>
            <a:off x="550658" y="4825294"/>
            <a:ext cx="1535837" cy="1107996"/>
          </a:xfrm>
          <a:prstGeom prst="rect">
            <a:avLst/>
          </a:prstGeom>
        </p:spPr>
        <p:txBody>
          <a:bodyPr wrap="square" lIns="0" tIns="0" rIns="0" bIns="0" rtlCol="0" anchor="t">
            <a:spAutoFit/>
          </a:bodyPr>
          <a:lstStyle/>
          <a:p>
            <a:pPr algn="r"/>
            <a:r>
              <a:rPr lang="en-US" sz="1200" u="sng" dirty="0">
                <a:solidFill>
                  <a:srgbClr val="000000"/>
                </a:solidFill>
                <a:latin typeface="Times New Roman" panose="02020603050405020304" pitchFamily="18" charset="0"/>
                <a:cs typeface="Times New Roman" panose="02020603050405020304" pitchFamily="18" charset="0"/>
              </a:rPr>
              <a:t>Authors Details</a:t>
            </a:r>
          </a:p>
          <a:p>
            <a:pPr algn="r"/>
            <a:r>
              <a:rPr lang="en-US" sz="1200" dirty="0" err="1" smtClean="0">
                <a:solidFill>
                  <a:srgbClr val="000000"/>
                </a:solidFill>
                <a:latin typeface="Times New Roman" panose="02020603050405020304" pitchFamily="18" charset="0"/>
                <a:cs typeface="Times New Roman" panose="02020603050405020304" pitchFamily="18" charset="0"/>
              </a:rPr>
              <a:t>Ms.Anuradha</a:t>
            </a:r>
            <a:r>
              <a:rPr lang="en-US" sz="1200" dirty="0" smtClean="0">
                <a:solidFill>
                  <a:srgbClr val="000000"/>
                </a:solidFill>
                <a:latin typeface="Times New Roman" panose="02020603050405020304" pitchFamily="18" charset="0"/>
                <a:cs typeface="Times New Roman" panose="02020603050405020304" pitchFamily="18" charset="0"/>
              </a:rPr>
              <a:t>,</a:t>
            </a:r>
            <a:endParaRPr lang="en-US" sz="1200" dirty="0">
              <a:solidFill>
                <a:srgbClr val="000000"/>
              </a:solidFill>
              <a:latin typeface="Times New Roman" panose="02020603050405020304" pitchFamily="18" charset="0"/>
              <a:cs typeface="Times New Roman" panose="02020603050405020304" pitchFamily="18" charset="0"/>
            </a:endParaRPr>
          </a:p>
          <a:p>
            <a:pPr algn="r"/>
            <a:r>
              <a:rPr lang="en-US" sz="1200" dirty="0" err="1" smtClean="0">
                <a:solidFill>
                  <a:srgbClr val="000000"/>
                </a:solidFill>
                <a:latin typeface="Times New Roman" panose="02020603050405020304" pitchFamily="18" charset="0"/>
                <a:cs typeface="Times New Roman" panose="02020603050405020304" pitchFamily="18" charset="0"/>
              </a:rPr>
              <a:t>Mr.T.Sunil</a:t>
            </a:r>
            <a:endParaRPr lang="en-US" sz="1200" dirty="0">
              <a:solidFill>
                <a:srgbClr val="000000"/>
              </a:solidFill>
              <a:latin typeface="Times New Roman" panose="02020603050405020304" pitchFamily="18" charset="0"/>
              <a:cs typeface="Times New Roman" panose="02020603050405020304" pitchFamily="18" charset="0"/>
            </a:endParaRPr>
          </a:p>
          <a:p>
            <a:pPr algn="r"/>
            <a:r>
              <a:rPr lang="en-US" sz="1200" dirty="0">
                <a:solidFill>
                  <a:srgbClr val="000000"/>
                </a:solidFill>
                <a:latin typeface="Times New Roman" panose="02020603050405020304" pitchFamily="18" charset="0"/>
                <a:cs typeface="Times New Roman" panose="02020603050405020304" pitchFamily="18" charset="0"/>
              </a:rPr>
              <a:t>Student - UG/ PG</a:t>
            </a:r>
          </a:p>
          <a:p>
            <a:pPr algn="r"/>
            <a:r>
              <a:rPr lang="en-US" sz="1200" dirty="0" smtClean="0">
                <a:solidFill>
                  <a:srgbClr val="000000"/>
                </a:solidFill>
                <a:latin typeface="Times New Roman" panose="02020603050405020304" pitchFamily="18" charset="0"/>
                <a:cs typeface="Times New Roman" panose="02020603050405020304" pitchFamily="18" charset="0"/>
              </a:rPr>
              <a:t>LMW </a:t>
            </a:r>
            <a:r>
              <a:rPr lang="en-US" sz="1200" dirty="0">
                <a:solidFill>
                  <a:srgbClr val="000000"/>
                </a:solidFill>
                <a:latin typeface="Times New Roman" panose="02020603050405020304" pitchFamily="18" charset="0"/>
                <a:cs typeface="Times New Roman" panose="02020603050405020304" pitchFamily="18" charset="0"/>
              </a:rPr>
              <a:t>University,</a:t>
            </a:r>
          </a:p>
          <a:p>
            <a:pPr algn="r"/>
            <a:r>
              <a:rPr lang="en-US" sz="1200" dirty="0">
                <a:solidFill>
                  <a:srgbClr val="000000"/>
                </a:solidFill>
                <a:latin typeface="Times New Roman" panose="02020603050405020304" pitchFamily="18" charset="0"/>
                <a:cs typeface="Times New Roman" panose="02020603050405020304" pitchFamily="18" charset="0"/>
              </a:rPr>
              <a:t>Haryana</a:t>
            </a:r>
          </a:p>
        </p:txBody>
      </p:sp>
      <p:sp>
        <p:nvSpPr>
          <p:cNvPr id="5" name="TextBox 12">
            <a:extLst>
              <a:ext uri="{FF2B5EF4-FFF2-40B4-BE49-F238E27FC236}">
                <a16:creationId xmlns:a16="http://schemas.microsoft.com/office/drawing/2014/main" id="{954E01FF-D846-4D6E-8224-E40DAFD3EB29}"/>
              </a:ext>
            </a:extLst>
          </p:cNvPr>
          <p:cNvSpPr txBox="1"/>
          <p:nvPr/>
        </p:nvSpPr>
        <p:spPr>
          <a:xfrm>
            <a:off x="3564385" y="4579072"/>
            <a:ext cx="5063230" cy="492443"/>
          </a:xfrm>
          <a:prstGeom prst="rect">
            <a:avLst/>
          </a:prstGeom>
        </p:spPr>
        <p:txBody>
          <a:bodyPr wrap="square" lIns="0" tIns="0" rIns="0" bIns="0" rtlCol="0" anchor="t">
            <a:spAutoFit/>
          </a:bodyPr>
          <a:lstStyle/>
          <a:p>
            <a:r>
              <a:rPr lang="en-US" sz="1600" b="1" i="1" dirty="0">
                <a:solidFill>
                  <a:srgbClr val="000000"/>
                </a:solidFill>
                <a:latin typeface="Times New Roman" panose="02020603050405020304" pitchFamily="18" charset="0"/>
                <a:cs typeface="Times New Roman" panose="02020603050405020304" pitchFamily="18" charset="0"/>
              </a:rPr>
              <a:t>Paper Id </a:t>
            </a:r>
            <a:r>
              <a:rPr lang="en-US" sz="1600" i="1" dirty="0">
                <a:solidFill>
                  <a:srgbClr val="000000"/>
                </a:solidFill>
                <a:latin typeface="Times New Roman" panose="02020603050405020304" pitchFamily="18" charset="0"/>
                <a:cs typeface="Times New Roman" panose="02020603050405020304" pitchFamily="18" charset="0"/>
              </a:rPr>
              <a:t>: </a:t>
            </a:r>
            <a:r>
              <a:rPr lang="en-US" sz="1600" i="1" dirty="0" smtClean="0">
                <a:solidFill>
                  <a:srgbClr val="000000"/>
                </a:solidFill>
                <a:latin typeface="Times New Roman" panose="02020603050405020304" pitchFamily="18" charset="0"/>
                <a:cs typeface="Times New Roman" panose="02020603050405020304" pitchFamily="18" charset="0"/>
              </a:rPr>
              <a:t>2602XXX</a:t>
            </a:r>
            <a:endParaRPr lang="en-US" sz="1600" i="1" dirty="0">
              <a:solidFill>
                <a:srgbClr val="000000"/>
              </a:solidFill>
              <a:latin typeface="Times New Roman" panose="02020603050405020304" pitchFamily="18" charset="0"/>
              <a:cs typeface="Times New Roman" panose="02020603050405020304" pitchFamily="18" charset="0"/>
            </a:endParaRPr>
          </a:p>
          <a:p>
            <a:r>
              <a:rPr lang="en-US" sz="1600" b="1" i="1" dirty="0">
                <a:solidFill>
                  <a:srgbClr val="000000"/>
                </a:solidFill>
                <a:latin typeface="Times New Roman" panose="02020603050405020304" pitchFamily="18" charset="0"/>
                <a:cs typeface="Times New Roman" panose="02020603050405020304" pitchFamily="18" charset="0"/>
              </a:rPr>
              <a:t>Presenter Category : </a:t>
            </a:r>
            <a:r>
              <a:rPr lang="en-US" sz="1600" i="1" dirty="0">
                <a:solidFill>
                  <a:srgbClr val="000000"/>
                </a:solidFill>
                <a:latin typeface="Times New Roman" panose="02020603050405020304" pitchFamily="18" charset="0"/>
                <a:cs typeface="Times New Roman" panose="02020603050405020304" pitchFamily="18" charset="0"/>
              </a:rPr>
              <a:t>UG / PG /Research Scholar / Faculty</a:t>
            </a:r>
          </a:p>
        </p:txBody>
      </p:sp>
    </p:spTree>
    <p:extLst>
      <p:ext uri="{BB962C8B-B14F-4D97-AF65-F5344CB8AC3E}">
        <p14:creationId xmlns:p14="http://schemas.microsoft.com/office/powerpoint/2010/main" val="40377756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14F41-0F26-47D5-87BD-7089045E77E3}"/>
              </a:ext>
            </a:extLst>
          </p:cNvPr>
          <p:cNvSpPr>
            <a:spLocks noGrp="1"/>
          </p:cNvSpPr>
          <p:nvPr>
            <p:ph type="title"/>
          </p:nvPr>
        </p:nvSpPr>
        <p:spPr>
          <a:xfrm>
            <a:off x="804672" y="2023236"/>
            <a:ext cx="3659777" cy="2820908"/>
          </a:xfrm>
        </p:spPr>
        <p:txBody>
          <a:bodyPr>
            <a:normAutofit/>
          </a:bodyPr>
          <a:lstStyle/>
          <a:p>
            <a:r>
              <a:rPr lang="en-US" sz="4000" spc="107" dirty="0">
                <a:solidFill>
                  <a:schemeClr val="tx2"/>
                </a:solidFill>
                <a:latin typeface="Times New Roman" panose="02020603050405020304" pitchFamily="18" charset="0"/>
                <a:cs typeface="Times New Roman" panose="02020603050405020304" pitchFamily="18" charset="0"/>
              </a:rPr>
              <a:t>Key talking points</a:t>
            </a:r>
            <a:endParaRPr lang="en-US" sz="4000" dirty="0">
              <a:solidFill>
                <a:schemeClr val="tx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A42E2F-A66E-40B9-BEC2-72EF0BCAD9A2}"/>
              </a:ext>
            </a:extLst>
          </p:cNvPr>
          <p:cNvSpPr>
            <a:spLocks noGrp="1"/>
          </p:cNvSpPr>
          <p:nvPr>
            <p:ph idx="1"/>
          </p:nvPr>
        </p:nvSpPr>
        <p:spPr>
          <a:xfrm>
            <a:off x="6271558" y="2034383"/>
            <a:ext cx="4935171" cy="3070952"/>
          </a:xfrm>
        </p:spPr>
        <p:txBody>
          <a:bodyPr>
            <a:normAutofit/>
          </a:bodyPr>
          <a:lstStyle/>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Abstract</a:t>
            </a:r>
          </a:p>
          <a:p>
            <a:pPr marL="160020" indent="-160020" defTabSz="640080">
              <a:lnSpc>
                <a:spcPct val="110000"/>
              </a:lnSpc>
              <a:spcBef>
                <a:spcPts val="700"/>
              </a:spcBef>
            </a:pPr>
            <a:r>
              <a:rPr lang="en-US" sz="1960" kern="1200" dirty="0">
                <a:solidFill>
                  <a:schemeClr val="tx1"/>
                </a:solidFill>
                <a:latin typeface="Times New Roman" panose="02020603050405020304" pitchFamily="18" charset="0"/>
                <a:ea typeface="+mn-ea"/>
                <a:cs typeface="Times New Roman" panose="02020603050405020304" pitchFamily="18" charset="0"/>
              </a:rPr>
              <a:t>I</a:t>
            </a:r>
            <a:r>
              <a:rPr lang="en-US" sz="1960" kern="1200" spc="22" dirty="0">
                <a:solidFill>
                  <a:schemeClr val="tx1"/>
                </a:solidFill>
                <a:latin typeface="Times New Roman" panose="02020603050405020304" pitchFamily="18" charset="0"/>
                <a:ea typeface="+mn-ea"/>
                <a:cs typeface="Times New Roman" panose="02020603050405020304" pitchFamily="18" charset="0"/>
              </a:rPr>
              <a:t>ntroduction</a:t>
            </a:r>
          </a:p>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Literature Review</a:t>
            </a:r>
          </a:p>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Methodology</a:t>
            </a:r>
          </a:p>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Experiments / Analysis / Simulation </a:t>
            </a:r>
            <a:r>
              <a:rPr lang="en-US" sz="1960" kern="1200" spc="22" dirty="0" err="1">
                <a:solidFill>
                  <a:schemeClr val="tx1"/>
                </a:solidFill>
                <a:latin typeface="Times New Roman" panose="02020603050405020304" pitchFamily="18" charset="0"/>
                <a:ea typeface="+mn-ea"/>
                <a:cs typeface="Times New Roman" panose="02020603050405020304" pitchFamily="18" charset="0"/>
              </a:rPr>
              <a:t>etc</a:t>
            </a:r>
            <a:endParaRPr lang="en-US" sz="1960" kern="1200" spc="22" dirty="0">
              <a:solidFill>
                <a:schemeClr val="tx1"/>
              </a:solidFill>
              <a:latin typeface="Times New Roman" panose="02020603050405020304" pitchFamily="18" charset="0"/>
              <a:ea typeface="+mn-ea"/>
              <a:cs typeface="Times New Roman" panose="02020603050405020304" pitchFamily="18" charset="0"/>
            </a:endParaRPr>
          </a:p>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Results &amp; Discussion</a:t>
            </a:r>
          </a:p>
          <a:p>
            <a:pPr marL="160020" indent="-160020" defTabSz="640080">
              <a:lnSpc>
                <a:spcPct val="110000"/>
              </a:lnSpc>
              <a:spcBef>
                <a:spcPts val="700"/>
              </a:spcBef>
            </a:pPr>
            <a:r>
              <a:rPr lang="en-US" sz="1960" kern="1200" spc="22" dirty="0">
                <a:solidFill>
                  <a:schemeClr val="tx1"/>
                </a:solidFill>
                <a:latin typeface="Times New Roman" panose="02020603050405020304" pitchFamily="18" charset="0"/>
                <a:ea typeface="+mn-ea"/>
                <a:cs typeface="Times New Roman" panose="02020603050405020304" pitchFamily="18" charset="0"/>
              </a:rPr>
              <a:t>Conclusion</a:t>
            </a:r>
          </a:p>
          <a:p>
            <a:pPr>
              <a:lnSpc>
                <a:spcPct val="110000"/>
              </a:lnSpc>
            </a:pPr>
            <a:endParaRPr lang="en-US" dirty="0"/>
          </a:p>
        </p:txBody>
      </p:sp>
      <p:sp>
        <p:nvSpPr>
          <p:cNvPr id="4" name="Footer Placeholder 3">
            <a:extLst>
              <a:ext uri="{FF2B5EF4-FFF2-40B4-BE49-F238E27FC236}">
                <a16:creationId xmlns:a16="http://schemas.microsoft.com/office/drawing/2014/main" id="{25EF9455-A8B4-C4A0-4D7C-91BF6E8C9EB8}"/>
              </a:ext>
            </a:extLst>
          </p:cNvPr>
          <p:cNvSpPr>
            <a:spLocks noGrp="1"/>
          </p:cNvSpPr>
          <p:nvPr>
            <p:ph type="ftr" sz="quarter" idx="11"/>
          </p:nvPr>
        </p:nvSpPr>
        <p:spPr>
          <a:xfrm>
            <a:off x="3616956" y="6311591"/>
            <a:ext cx="4088536" cy="307212"/>
          </a:xfrm>
        </p:spPr>
        <p:txBody>
          <a:bodyPr/>
          <a:lstStyle/>
          <a:p>
            <a:pPr defTabSz="640080">
              <a:spcAft>
                <a:spcPts val="600"/>
              </a:spcAft>
            </a:pPr>
            <a:r>
              <a:rPr lang="en-US" kern="1200" dirty="0" smtClean="0">
                <a:solidFill>
                  <a:schemeClr val="tx1">
                    <a:tint val="75000"/>
                  </a:schemeClr>
                </a:solidFill>
              </a:rPr>
              <a:t>Paper ID : 2602XXX     Category : UG / PG / RS / Faculty </a:t>
            </a:r>
            <a:endParaRPr lang="en-US" dirty="0"/>
          </a:p>
        </p:txBody>
      </p:sp>
      <p:sp>
        <p:nvSpPr>
          <p:cNvPr id="6" name="TextBox 5">
            <a:extLst>
              <a:ext uri="{FF2B5EF4-FFF2-40B4-BE49-F238E27FC236}">
                <a16:creationId xmlns:a16="http://schemas.microsoft.com/office/drawing/2014/main" id="{C6D70224-9988-42E6-AA0F-479BE75D3D08}"/>
              </a:ext>
            </a:extLst>
          </p:cNvPr>
          <p:cNvSpPr txBox="1"/>
          <p:nvPr/>
        </p:nvSpPr>
        <p:spPr>
          <a:xfrm>
            <a:off x="6091238" y="1382179"/>
            <a:ext cx="4003570" cy="710323"/>
          </a:xfrm>
          <a:prstGeom prst="rect">
            <a:avLst/>
          </a:prstGeom>
          <a:noFill/>
        </p:spPr>
        <p:txBody>
          <a:bodyPr wrap="square">
            <a:spAutoFit/>
          </a:bodyPr>
          <a:lstStyle/>
          <a:p>
            <a:pPr defTabSz="640080">
              <a:lnSpc>
                <a:spcPts val="5880"/>
              </a:lnSpc>
              <a:spcAft>
                <a:spcPts val="600"/>
              </a:spcAft>
            </a:pPr>
            <a:r>
              <a:rPr lang="en-US" sz="1680" b="1" kern="1200" spc="147" dirty="0">
                <a:solidFill>
                  <a:srgbClr val="49403C"/>
                </a:solidFill>
                <a:latin typeface="Times New Roman" panose="02020603050405020304" pitchFamily="18" charset="0"/>
                <a:ea typeface="+mn-ea"/>
                <a:cs typeface="Times New Roman" panose="02020603050405020304" pitchFamily="18" charset="0"/>
              </a:rPr>
              <a:t>PRESENTATION FRAMEWORK</a:t>
            </a:r>
            <a:endParaRPr lang="en-US" sz="2400" b="1" spc="210" dirty="0">
              <a:solidFill>
                <a:srgbClr val="49403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7408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CDB-9521-4DB5-AA7A-906571676EF2}"/>
              </a:ext>
            </a:extLst>
          </p:cNvPr>
          <p:cNvSpPr>
            <a:spLocks noGrp="1"/>
          </p:cNvSpPr>
          <p:nvPr>
            <p:ph type="title"/>
          </p:nvPr>
        </p:nvSpPr>
        <p:spPr>
          <a:xfrm>
            <a:off x="1719368" y="516318"/>
            <a:ext cx="4358951" cy="1325563"/>
          </a:xfrm>
        </p:spPr>
        <p:txBody>
          <a:bodyPr>
            <a:normAutofit/>
          </a:bodyPr>
          <a:lstStyle/>
          <a:p>
            <a:r>
              <a:rPr lang="en-US" sz="5400" spc="210" dirty="0">
                <a:latin typeface="Times New Roman" panose="02020603050405020304" pitchFamily="18" charset="0"/>
                <a:cs typeface="Times New Roman" panose="02020603050405020304" pitchFamily="18" charset="0"/>
              </a:rPr>
              <a:t>ABSTRACT</a:t>
            </a:r>
            <a:endParaRPr lang="en-US" sz="5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14D6ED-3897-4237-8833-4CB129AB50D3}"/>
              </a:ext>
            </a:extLst>
          </p:cNvPr>
          <p:cNvSpPr>
            <a:spLocks noGrp="1"/>
          </p:cNvSpPr>
          <p:nvPr>
            <p:ph idx="1"/>
          </p:nvPr>
        </p:nvSpPr>
        <p:spPr>
          <a:xfrm>
            <a:off x="838200" y="1929384"/>
            <a:ext cx="10515600" cy="4251960"/>
          </a:xfrm>
        </p:spPr>
        <p:txBody>
          <a:bodyPr>
            <a:normAutofit/>
          </a:bodyPr>
          <a:lstStyle/>
          <a:p>
            <a:pPr algn="just"/>
            <a:r>
              <a:rPr lang="en-US" sz="2200" dirty="0">
                <a:latin typeface="Times New Roman" panose="02020603050405020304" pitchFamily="18" charset="0"/>
                <a:cs typeface="Times New Roman" panose="02020603050405020304" pitchFamily="18" charset="0"/>
              </a:rPr>
              <a:t>Lorem Ipsum is simply dummy text of the printing and typesetting industry. Lorem Ipsum has been the industry's standard dummy.</a:t>
            </a:r>
          </a:p>
          <a:p>
            <a:pPr algn="just"/>
            <a:r>
              <a:rPr lang="en-US" sz="2200" dirty="0">
                <a:latin typeface="Times New Roman" panose="02020603050405020304" pitchFamily="18" charset="0"/>
                <a:cs typeface="Times New Roman" panose="02020603050405020304" pitchFamily="18" charset="0"/>
              </a:rPr>
              <a:t> text ever since the 1500s, when an unknown printer took a galley of type and scrambled it to make a type specimen book. It has survived not only five centuries, but also the leap into electronic typesetting.</a:t>
            </a:r>
          </a:p>
          <a:p>
            <a:pPr algn="just"/>
            <a:r>
              <a:rPr lang="en-US" sz="2200" dirty="0">
                <a:latin typeface="Times New Roman" panose="02020603050405020304" pitchFamily="18" charset="0"/>
                <a:cs typeface="Times New Roman" panose="02020603050405020304" pitchFamily="18" charset="0"/>
              </a:rPr>
              <a:t> remaining essentially unchanged. It was </a:t>
            </a:r>
            <a:r>
              <a:rPr lang="en-US" sz="2200" dirty="0" err="1">
                <a:latin typeface="Times New Roman" panose="02020603050405020304" pitchFamily="18" charset="0"/>
                <a:cs typeface="Times New Roman" panose="02020603050405020304" pitchFamily="18" charset="0"/>
              </a:rPr>
              <a:t>popularised</a:t>
            </a:r>
            <a:r>
              <a:rPr lang="en-US" sz="2200" dirty="0">
                <a:latin typeface="Times New Roman" panose="02020603050405020304" pitchFamily="18" charset="0"/>
                <a:cs typeface="Times New Roman" panose="02020603050405020304" pitchFamily="18" charset="0"/>
              </a:rPr>
              <a:t> in the 1960s with the release of Letraset sheets containing Lorem Ipsum passages.</a:t>
            </a:r>
          </a:p>
          <a:p>
            <a:pPr algn="just"/>
            <a:r>
              <a:rPr lang="en-US" sz="2200" dirty="0">
                <a:latin typeface="Times New Roman" panose="02020603050405020304" pitchFamily="18" charset="0"/>
                <a:cs typeface="Times New Roman" panose="02020603050405020304" pitchFamily="18" charset="0"/>
              </a:rPr>
              <a:t> and more recently with desktop publishing software like Aldus PageMaker including versions of Lorem Ipsum.</a:t>
            </a:r>
          </a:p>
        </p:txBody>
      </p:sp>
      <p:sp>
        <p:nvSpPr>
          <p:cNvPr id="4" name="Footer Placeholder 3">
            <a:extLst>
              <a:ext uri="{FF2B5EF4-FFF2-40B4-BE49-F238E27FC236}">
                <a16:creationId xmlns:a16="http://schemas.microsoft.com/office/drawing/2014/main" id="{7DA5901D-B47A-085E-5CF7-DAAAB3621235}"/>
              </a:ext>
            </a:extLst>
          </p:cNvPr>
          <p:cNvSpPr>
            <a:spLocks noGrp="1"/>
          </p:cNvSpPr>
          <p:nvPr>
            <p:ph type="ftr" sz="quarter" idx="11"/>
          </p:nvPr>
        </p:nvSpPr>
        <p:spPr/>
        <p:txBody>
          <a:bodyPr>
            <a:normAutofit/>
          </a:bodyPr>
          <a:lstStyle/>
          <a:p>
            <a:pPr>
              <a:spcAft>
                <a:spcPts val="600"/>
              </a:spcAft>
            </a:pPr>
            <a:r>
              <a:rPr lang="en-US" dirty="0" smtClean="0"/>
              <a:t>Paper ID : 2602XXX             Category : UG / PG / RS / Faculty </a:t>
            </a:r>
            <a:endParaRPr lang="en-US" dirty="0"/>
          </a:p>
        </p:txBody>
      </p:sp>
    </p:spTree>
    <p:extLst>
      <p:ext uri="{BB962C8B-B14F-4D97-AF65-F5344CB8AC3E}">
        <p14:creationId xmlns:p14="http://schemas.microsoft.com/office/powerpoint/2010/main" val="1397258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61A83-0B67-9037-5D54-6682B85A9472}"/>
              </a:ext>
            </a:extLst>
          </p:cNvPr>
          <p:cNvSpPr>
            <a:spLocks noGrp="1"/>
          </p:cNvSpPr>
          <p:nvPr>
            <p:ph type="title"/>
          </p:nvPr>
        </p:nvSpPr>
        <p:spPr>
          <a:xfrm>
            <a:off x="900344" y="703903"/>
            <a:ext cx="10515600" cy="1325563"/>
          </a:xfrm>
        </p:spPr>
        <p:txBody>
          <a:bodyPr/>
          <a:lstStyle/>
          <a:p>
            <a:r>
              <a:rPr lang="en-US" dirty="0">
                <a:latin typeface="Times New Roman" panose="02020603050405020304" pitchFamily="18" charset="0"/>
                <a:cs typeface="Times New Roman" panose="02020603050405020304" pitchFamily="18" charset="0"/>
              </a:rPr>
              <a:t>Outline of Abstract :</a:t>
            </a:r>
            <a:endParaRPr lang="en-IN" dirty="0">
              <a:latin typeface="Times New Roman" panose="02020603050405020304" pitchFamily="18" charset="0"/>
              <a:cs typeface="Times New Roman" panose="02020603050405020304" pitchFamily="18" charset="0"/>
            </a:endParaRPr>
          </a:p>
        </p:txBody>
      </p:sp>
      <p:pic>
        <p:nvPicPr>
          <p:cNvPr id="6" name="Content Placeholder 5" descr="A screenshot of a video call&#10;&#10;Description automatically generated">
            <a:extLst>
              <a:ext uri="{FF2B5EF4-FFF2-40B4-BE49-F238E27FC236}">
                <a16:creationId xmlns:a16="http://schemas.microsoft.com/office/drawing/2014/main" id="{0A0423FC-7605-D976-D551-C434E5F36BB2}"/>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9249" t="25732" r="30792" b="27472"/>
          <a:stretch/>
        </p:blipFill>
        <p:spPr>
          <a:xfrm>
            <a:off x="1248051" y="1965896"/>
            <a:ext cx="9353551" cy="4017654"/>
          </a:xfrm>
        </p:spPr>
      </p:pic>
      <p:sp>
        <p:nvSpPr>
          <p:cNvPr id="4" name="Footer Placeholder 3">
            <a:extLst>
              <a:ext uri="{FF2B5EF4-FFF2-40B4-BE49-F238E27FC236}">
                <a16:creationId xmlns:a16="http://schemas.microsoft.com/office/drawing/2014/main" id="{0D17DA70-FD27-9D0F-14E3-464D92D0D907}"/>
              </a:ext>
            </a:extLst>
          </p:cNvPr>
          <p:cNvSpPr>
            <a:spLocks noGrp="1"/>
          </p:cNvSpPr>
          <p:nvPr>
            <p:ph type="ftr" sz="quarter" idx="11"/>
          </p:nvPr>
        </p:nvSpPr>
        <p:spPr/>
        <p:txBody>
          <a:bodyPr/>
          <a:lstStyle/>
          <a:p>
            <a:r>
              <a:rPr lang="en-US" dirty="0" smtClean="0"/>
              <a:t>Paper ID : 2602XXX             Category : UG / PG / RS / Faculty </a:t>
            </a:r>
            <a:endParaRPr lang="en-US" dirty="0"/>
          </a:p>
        </p:txBody>
      </p:sp>
    </p:spTree>
    <p:extLst>
      <p:ext uri="{BB962C8B-B14F-4D97-AF65-F5344CB8AC3E}">
        <p14:creationId xmlns:p14="http://schemas.microsoft.com/office/powerpoint/2010/main" val="4105693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CDB-9521-4DB5-AA7A-906571676EF2}"/>
              </a:ext>
            </a:extLst>
          </p:cNvPr>
          <p:cNvSpPr>
            <a:spLocks noGrp="1"/>
          </p:cNvSpPr>
          <p:nvPr>
            <p:ph type="title"/>
          </p:nvPr>
        </p:nvSpPr>
        <p:spPr>
          <a:xfrm>
            <a:off x="640080" y="1243013"/>
            <a:ext cx="3855720" cy="4371974"/>
          </a:xfrm>
        </p:spPr>
        <p:txBody>
          <a:bodyPr>
            <a:normAutofit/>
          </a:bodyPr>
          <a:lstStyle/>
          <a:p>
            <a:r>
              <a:rPr lang="en-US" sz="3600" spc="210" dirty="0">
                <a:latin typeface="Times New Roman" panose="02020603050405020304" pitchFamily="18" charset="0"/>
                <a:cs typeface="Times New Roman" panose="02020603050405020304" pitchFamily="18" charset="0"/>
              </a:rPr>
              <a:t>Introduction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14D6ED-3897-4237-8833-4CB129AB50D3}"/>
              </a:ext>
            </a:extLst>
          </p:cNvPr>
          <p:cNvSpPr>
            <a:spLocks noGrp="1"/>
          </p:cNvSpPr>
          <p:nvPr>
            <p:ph idx="1"/>
          </p:nvPr>
        </p:nvSpPr>
        <p:spPr>
          <a:xfrm>
            <a:off x="6172200" y="804672"/>
            <a:ext cx="5221224" cy="5230368"/>
          </a:xfrm>
        </p:spPr>
        <p:txBody>
          <a:bodyPr anchor="ctr">
            <a:normAutofit/>
          </a:bodyPr>
          <a:lstStyle/>
          <a:p>
            <a:pPr algn="just"/>
            <a:r>
              <a:rPr lang="en-US" sz="1800" dirty="0">
                <a:latin typeface="Times New Roman" panose="02020603050405020304" pitchFamily="18" charset="0"/>
                <a:cs typeface="Times New Roman" panose="02020603050405020304" pitchFamily="18" charset="0"/>
              </a:rPr>
              <a:t>Lorem Ipsum is simply dummy text of the printing and typesetting industry. Lorem Ipsum has been the industry's standard dummy.</a:t>
            </a:r>
          </a:p>
          <a:p>
            <a:pPr algn="just"/>
            <a:r>
              <a:rPr lang="en-US" sz="1800" dirty="0">
                <a:latin typeface="Times New Roman" panose="02020603050405020304" pitchFamily="18" charset="0"/>
                <a:cs typeface="Times New Roman" panose="02020603050405020304" pitchFamily="18" charset="0"/>
              </a:rPr>
              <a:t> text ever since the 1500s, when an unknown printer took a galley of type and scrambled it to make a type specimen book. It has survived not only five centuries, but also the leap into electronic typesetting.</a:t>
            </a:r>
          </a:p>
          <a:p>
            <a:pPr algn="just"/>
            <a:r>
              <a:rPr lang="en-US" sz="1800" dirty="0">
                <a:latin typeface="Times New Roman" panose="02020603050405020304" pitchFamily="18" charset="0"/>
                <a:cs typeface="Times New Roman" panose="02020603050405020304" pitchFamily="18" charset="0"/>
              </a:rPr>
              <a:t> remaining essentially unchanged. It was </a:t>
            </a:r>
            <a:r>
              <a:rPr lang="en-US" sz="1800" dirty="0" err="1">
                <a:latin typeface="Times New Roman" panose="02020603050405020304" pitchFamily="18" charset="0"/>
                <a:cs typeface="Times New Roman" panose="02020603050405020304" pitchFamily="18" charset="0"/>
              </a:rPr>
              <a:t>popularised</a:t>
            </a:r>
            <a:r>
              <a:rPr lang="en-US" sz="1800" dirty="0">
                <a:latin typeface="Times New Roman" panose="02020603050405020304" pitchFamily="18" charset="0"/>
                <a:cs typeface="Times New Roman" panose="02020603050405020304" pitchFamily="18" charset="0"/>
              </a:rPr>
              <a:t> in the 1960s with the release of Letraset sheets containing Lorem Ipsum passages.</a:t>
            </a:r>
          </a:p>
          <a:p>
            <a:pPr algn="just"/>
            <a:r>
              <a:rPr lang="en-US" sz="1800" dirty="0">
                <a:latin typeface="Times New Roman" panose="02020603050405020304" pitchFamily="18" charset="0"/>
                <a:cs typeface="Times New Roman" panose="02020603050405020304" pitchFamily="18" charset="0"/>
              </a:rPr>
              <a:t> and more recently with desktop publishing software like Aldus PageMaker including versions of Lorem Ipsum.</a:t>
            </a:r>
          </a:p>
        </p:txBody>
      </p:sp>
      <p:sp>
        <p:nvSpPr>
          <p:cNvPr id="4" name="Footer Placeholder 3">
            <a:extLst>
              <a:ext uri="{FF2B5EF4-FFF2-40B4-BE49-F238E27FC236}">
                <a16:creationId xmlns:a16="http://schemas.microsoft.com/office/drawing/2014/main" id="{10D0422C-26EE-590F-A8FC-ACDAD0A57864}"/>
              </a:ext>
            </a:extLst>
          </p:cNvPr>
          <p:cNvSpPr>
            <a:spLocks noGrp="1"/>
          </p:cNvSpPr>
          <p:nvPr>
            <p:ph type="ftr" sz="quarter" idx="11"/>
          </p:nvPr>
        </p:nvSpPr>
        <p:spPr/>
        <p:txBody>
          <a:bodyPr>
            <a:normAutofit/>
          </a:bodyPr>
          <a:lstStyle/>
          <a:p>
            <a:pPr>
              <a:spcAft>
                <a:spcPts val="600"/>
              </a:spcAft>
            </a:pPr>
            <a:r>
              <a:rPr lang="en-US" dirty="0" smtClean="0"/>
              <a:t>Paper ID : 2602XXX             Category : UG / PG / RS / Faculty </a:t>
            </a:r>
            <a:endParaRPr lang="en-US" dirty="0"/>
          </a:p>
        </p:txBody>
      </p:sp>
    </p:spTree>
    <p:extLst>
      <p:ext uri="{BB962C8B-B14F-4D97-AF65-F5344CB8AC3E}">
        <p14:creationId xmlns:p14="http://schemas.microsoft.com/office/powerpoint/2010/main" val="3560748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CDB-9521-4DB5-AA7A-906571676EF2}"/>
              </a:ext>
            </a:extLst>
          </p:cNvPr>
          <p:cNvSpPr>
            <a:spLocks noGrp="1"/>
          </p:cNvSpPr>
          <p:nvPr>
            <p:ph type="title"/>
          </p:nvPr>
        </p:nvSpPr>
        <p:spPr>
          <a:xfrm>
            <a:off x="2116494" y="1023978"/>
            <a:ext cx="4414935" cy="653395"/>
          </a:xfrm>
        </p:spPr>
        <p:txBody>
          <a:bodyPr>
            <a:normAutofit/>
          </a:bodyPr>
          <a:lstStyle/>
          <a:p>
            <a:r>
              <a:rPr lang="en-US" sz="4000" spc="210" dirty="0">
                <a:latin typeface="Times New Roman" panose="02020603050405020304" pitchFamily="18" charset="0"/>
                <a:cs typeface="Times New Roman" panose="02020603050405020304" pitchFamily="18" charset="0"/>
              </a:rPr>
              <a:t>Literature Review</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14D6ED-3897-4237-8833-4CB129AB50D3}"/>
              </a:ext>
            </a:extLst>
          </p:cNvPr>
          <p:cNvSpPr>
            <a:spLocks noGrp="1"/>
          </p:cNvSpPr>
          <p:nvPr>
            <p:ph idx="1"/>
          </p:nvPr>
        </p:nvSpPr>
        <p:spPr>
          <a:xfrm>
            <a:off x="838200" y="1929384"/>
            <a:ext cx="10515600" cy="4251960"/>
          </a:xfrm>
        </p:spPr>
        <p:txBody>
          <a:bodyPr>
            <a:normAutofit/>
          </a:bodyPr>
          <a:lstStyle/>
          <a:p>
            <a:r>
              <a:rPr lang="en-US" sz="2200" dirty="0">
                <a:latin typeface="Times New Roman" panose="02020603050405020304" pitchFamily="18" charset="0"/>
                <a:cs typeface="Times New Roman" panose="02020603050405020304" pitchFamily="18" charset="0"/>
              </a:rPr>
              <a:t>Lorem Ipsum is simply dummy text of the printing and typesetting industry. Lorem Ipsum has been the industry's standard dummy text ever since the 1500s.</a:t>
            </a:r>
          </a:p>
          <a:p>
            <a:r>
              <a:rPr lang="en-US" sz="2200" dirty="0">
                <a:latin typeface="Times New Roman" panose="02020603050405020304" pitchFamily="18" charset="0"/>
                <a:cs typeface="Times New Roman" panose="02020603050405020304" pitchFamily="18" charset="0"/>
              </a:rPr>
              <a:t>when an unknown printer took a galley of type and scrambled it to make a type specimen book. It has survived not only five centuries, but also the leap into electronic typesetting, remaining essentially unchanged. </a:t>
            </a:r>
          </a:p>
          <a:p>
            <a:r>
              <a:rPr lang="en-US" sz="2200" dirty="0">
                <a:latin typeface="Times New Roman" panose="02020603050405020304" pitchFamily="18" charset="0"/>
                <a:cs typeface="Times New Roman" panose="02020603050405020304" pitchFamily="18" charset="0"/>
              </a:rPr>
              <a:t>It was popularised in the 1960s with the release of Letraset sheets containing Lorem Ipsum passages, and more recently with desktop publishing software like Aldus PageMaker including versions of Lorem Ipsum. </a:t>
            </a:r>
          </a:p>
          <a:p>
            <a:r>
              <a:rPr lang="en-US" sz="2200" dirty="0">
                <a:latin typeface="Times New Roman" panose="02020603050405020304" pitchFamily="18" charset="0"/>
                <a:cs typeface="Times New Roman" panose="02020603050405020304" pitchFamily="18" charset="0"/>
              </a:rPr>
              <a:t>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sp>
        <p:nvSpPr>
          <p:cNvPr id="4" name="Footer Placeholder 3">
            <a:extLst>
              <a:ext uri="{FF2B5EF4-FFF2-40B4-BE49-F238E27FC236}">
                <a16:creationId xmlns:a16="http://schemas.microsoft.com/office/drawing/2014/main" id="{EDFD4E3F-97A0-C611-CFC8-8B64FAE3EE43}"/>
              </a:ext>
            </a:extLst>
          </p:cNvPr>
          <p:cNvSpPr>
            <a:spLocks noGrp="1"/>
          </p:cNvSpPr>
          <p:nvPr>
            <p:ph type="ftr" sz="quarter" idx="11"/>
          </p:nvPr>
        </p:nvSpPr>
        <p:spPr/>
        <p:txBody>
          <a:bodyPr/>
          <a:lstStyle/>
          <a:p>
            <a:r>
              <a:rPr lang="en-US" dirty="0" smtClean="0"/>
              <a:t>Paper ID : 2602XXX             Category : UG / PG / RS / Faculty </a:t>
            </a:r>
            <a:endParaRPr lang="en-US" dirty="0"/>
          </a:p>
        </p:txBody>
      </p:sp>
    </p:spTree>
    <p:extLst>
      <p:ext uri="{BB962C8B-B14F-4D97-AF65-F5344CB8AC3E}">
        <p14:creationId xmlns:p14="http://schemas.microsoft.com/office/powerpoint/2010/main" val="3145373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FCDB-9521-4DB5-AA7A-906571676EF2}"/>
              </a:ext>
            </a:extLst>
          </p:cNvPr>
          <p:cNvSpPr>
            <a:spLocks noGrp="1"/>
          </p:cNvSpPr>
          <p:nvPr>
            <p:ph type="title"/>
          </p:nvPr>
        </p:nvSpPr>
        <p:spPr>
          <a:xfrm>
            <a:off x="2321768" y="486959"/>
            <a:ext cx="4433596" cy="1325563"/>
          </a:xfrm>
        </p:spPr>
        <p:txBody>
          <a:bodyPr>
            <a:normAutofit/>
          </a:bodyPr>
          <a:lstStyle/>
          <a:p>
            <a:r>
              <a:rPr lang="en-US" sz="5400" spc="210" dirty="0">
                <a:latin typeface="Times New Roman" panose="02020603050405020304" pitchFamily="18" charset="0"/>
                <a:cs typeface="Times New Roman" panose="02020603050405020304" pitchFamily="18" charset="0"/>
              </a:rPr>
              <a:t>Methodology</a:t>
            </a:r>
            <a:endParaRPr lang="en-US" sz="54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A0DE6190-1C91-4AEA-B39D-0618BAD578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5610" y="2003594"/>
            <a:ext cx="5916489" cy="4252912"/>
          </a:xfrm>
        </p:spPr>
      </p:pic>
      <p:sp>
        <p:nvSpPr>
          <p:cNvPr id="3" name="Footer Placeholder 2">
            <a:extLst>
              <a:ext uri="{FF2B5EF4-FFF2-40B4-BE49-F238E27FC236}">
                <a16:creationId xmlns:a16="http://schemas.microsoft.com/office/drawing/2014/main" id="{258842BD-7D91-FA52-9752-1EF17AFCB91E}"/>
              </a:ext>
            </a:extLst>
          </p:cNvPr>
          <p:cNvSpPr>
            <a:spLocks noGrp="1"/>
          </p:cNvSpPr>
          <p:nvPr>
            <p:ph type="ftr" sz="quarter" idx="11"/>
          </p:nvPr>
        </p:nvSpPr>
        <p:spPr/>
        <p:txBody>
          <a:bodyPr/>
          <a:lstStyle/>
          <a:p>
            <a:r>
              <a:rPr lang="en-US" dirty="0" smtClean="0"/>
              <a:t>Paper ID : 2602XXX             Category : UG / PG / RS / Faculty </a:t>
            </a:r>
            <a:endParaRPr lang="en-US" dirty="0"/>
          </a:p>
        </p:txBody>
      </p:sp>
    </p:spTree>
    <p:extLst>
      <p:ext uri="{BB962C8B-B14F-4D97-AF65-F5344CB8AC3E}">
        <p14:creationId xmlns:p14="http://schemas.microsoft.com/office/powerpoint/2010/main" val="3917220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B1B7-FEEC-4202-98DA-42F59136CF35}"/>
              </a:ext>
            </a:extLst>
          </p:cNvPr>
          <p:cNvSpPr>
            <a:spLocks noGrp="1"/>
          </p:cNvSpPr>
          <p:nvPr>
            <p:ph type="title"/>
          </p:nvPr>
        </p:nvSpPr>
        <p:spPr>
          <a:xfrm>
            <a:off x="1841377" y="1047565"/>
            <a:ext cx="8039470" cy="523782"/>
          </a:xfrm>
        </p:spPr>
        <p:txBody>
          <a:bodyPr>
            <a:noAutofit/>
          </a:bodyPr>
          <a:lstStyle/>
          <a:p>
            <a:pPr>
              <a:lnSpc>
                <a:spcPct val="100000"/>
              </a:lnSpc>
            </a:pPr>
            <a:r>
              <a:rPr lang="en-US" sz="2000" b="1" spc="210" dirty="0">
                <a:solidFill>
                  <a:srgbClr val="49403C"/>
                </a:solidFill>
                <a:latin typeface="Times New Roman" panose="02020603050405020304" pitchFamily="18" charset="0"/>
                <a:cs typeface="Times New Roman" panose="02020603050405020304" pitchFamily="18" charset="0"/>
              </a:rPr>
              <a:t>GRAPHS / TABLES / ANALYSIS / SIMULATION ETC</a:t>
            </a:r>
            <a:endParaRPr lang="en-US" sz="2000" b="1" dirty="0">
              <a:latin typeface="Times New Roman" panose="02020603050405020304" pitchFamily="18" charset="0"/>
              <a:cs typeface="Times New Roman" panose="02020603050405020304" pitchFamily="18" charset="0"/>
            </a:endParaRPr>
          </a:p>
        </p:txBody>
      </p:sp>
      <p:graphicFrame>
        <p:nvGraphicFramePr>
          <p:cNvPr id="6" name="Content Placeholder 5">
            <a:extLst>
              <a:ext uri="{FF2B5EF4-FFF2-40B4-BE49-F238E27FC236}">
                <a16:creationId xmlns:a16="http://schemas.microsoft.com/office/drawing/2014/main" id="{F12C5E17-7D14-4F84-ABCB-058686A4811E}"/>
              </a:ext>
            </a:extLst>
          </p:cNvPr>
          <p:cNvGraphicFramePr>
            <a:graphicFrameLocks noGrp="1"/>
          </p:cNvGraphicFramePr>
          <p:nvPr>
            <p:ph idx="1"/>
            <p:extLst>
              <p:ext uri="{D42A27DB-BD31-4B8C-83A1-F6EECF244321}">
                <p14:modId xmlns:p14="http://schemas.microsoft.com/office/powerpoint/2010/main" val="2642325134"/>
              </p:ext>
            </p:extLst>
          </p:nvPr>
        </p:nvGraphicFramePr>
        <p:xfrm>
          <a:off x="838200" y="1772529"/>
          <a:ext cx="4099560" cy="4404434"/>
        </p:xfrm>
        <a:graphic>
          <a:graphicData uri="http://schemas.openxmlformats.org/drawingml/2006/chart">
            <c:chart xmlns:c="http://schemas.openxmlformats.org/drawingml/2006/chart" xmlns:r="http://schemas.openxmlformats.org/officeDocument/2006/relationships" r:id="rId2"/>
          </a:graphicData>
        </a:graphic>
      </p:graphicFrame>
      <p:sp>
        <p:nvSpPr>
          <p:cNvPr id="3" name="Footer Placeholder 2">
            <a:extLst>
              <a:ext uri="{FF2B5EF4-FFF2-40B4-BE49-F238E27FC236}">
                <a16:creationId xmlns:a16="http://schemas.microsoft.com/office/drawing/2014/main" id="{6025F248-8018-D7F6-BB7A-0F84082D04B2}"/>
              </a:ext>
            </a:extLst>
          </p:cNvPr>
          <p:cNvSpPr>
            <a:spLocks noGrp="1"/>
          </p:cNvSpPr>
          <p:nvPr>
            <p:ph type="ftr" sz="quarter" idx="11"/>
          </p:nvPr>
        </p:nvSpPr>
        <p:spPr/>
        <p:txBody>
          <a:bodyPr/>
          <a:lstStyle/>
          <a:p>
            <a:r>
              <a:rPr lang="en-US" dirty="0" smtClean="0"/>
              <a:t>Paper ID : 2602XXX             Category : UG / PG / RS / Faculty </a:t>
            </a:r>
            <a:endParaRPr lang="en-US" dirty="0"/>
          </a:p>
        </p:txBody>
      </p:sp>
      <p:graphicFrame>
        <p:nvGraphicFramePr>
          <p:cNvPr id="9" name="Chart 8">
            <a:extLst>
              <a:ext uri="{FF2B5EF4-FFF2-40B4-BE49-F238E27FC236}">
                <a16:creationId xmlns:a16="http://schemas.microsoft.com/office/drawing/2014/main" id="{D734D16E-6B12-4D91-88E2-49E3BEF26655}"/>
              </a:ext>
            </a:extLst>
          </p:cNvPr>
          <p:cNvGraphicFramePr/>
          <p:nvPr>
            <p:extLst>
              <p:ext uri="{D42A27DB-BD31-4B8C-83A1-F6EECF244321}">
                <p14:modId xmlns:p14="http://schemas.microsoft.com/office/powerpoint/2010/main" val="919658315"/>
              </p:ext>
            </p:extLst>
          </p:nvPr>
        </p:nvGraphicFramePr>
        <p:xfrm>
          <a:off x="6096000" y="2067951"/>
          <a:ext cx="5257800" cy="407038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92088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AAA56-CE88-43A3-9E5E-8CE0EC9FBDE4}"/>
              </a:ext>
            </a:extLst>
          </p:cNvPr>
          <p:cNvSpPr>
            <a:spLocks noGrp="1"/>
          </p:cNvSpPr>
          <p:nvPr>
            <p:ph type="title"/>
          </p:nvPr>
        </p:nvSpPr>
        <p:spPr>
          <a:xfrm>
            <a:off x="2610298" y="598019"/>
            <a:ext cx="7681359" cy="776921"/>
          </a:xfrm>
        </p:spPr>
        <p:txBody>
          <a:bodyPr>
            <a:noAutofit/>
          </a:bodyPr>
          <a:lstStyle/>
          <a:p>
            <a:pPr algn="ctr"/>
            <a:r>
              <a:rPr lang="en-US" sz="2800" b="1" dirty="0">
                <a:latin typeface="Times New Roman" panose="02020603050405020304" pitchFamily="18" charset="0"/>
                <a:cs typeface="Times New Roman" panose="02020603050405020304" pitchFamily="18" charset="0"/>
              </a:rPr>
              <a:t>Photographs / Simulation Pictures / Video </a:t>
            </a:r>
            <a:r>
              <a:rPr lang="en-US" sz="2800" b="1" dirty="0" err="1">
                <a:latin typeface="Times New Roman" panose="02020603050405020304" pitchFamily="18" charset="0"/>
                <a:cs typeface="Times New Roman" panose="02020603050405020304" pitchFamily="18" charset="0"/>
              </a:rPr>
              <a:t>Etc</a:t>
            </a:r>
            <a:r>
              <a:rPr lang="en-US" sz="2800" b="1" dirty="0">
                <a:latin typeface="Times New Roman" panose="02020603050405020304" pitchFamily="18" charset="0"/>
                <a:cs typeface="Times New Roman" panose="02020603050405020304" pitchFamily="18" charset="0"/>
              </a:rPr>
              <a:t> relevant to the Experiment</a:t>
            </a:r>
            <a:endParaRPr lang="en-US" sz="2800" dirty="0">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2A319C00-211D-441A-A963-551DFDBFBE48}"/>
              </a:ext>
            </a:extLst>
          </p:cNvPr>
          <p:cNvSpPr>
            <a:spLocks noGrp="1"/>
          </p:cNvSpPr>
          <p:nvPr>
            <p:ph idx="1"/>
          </p:nvPr>
        </p:nvSpPr>
        <p:spPr>
          <a:xfrm>
            <a:off x="439905" y="1535120"/>
            <a:ext cx="11269741" cy="4774240"/>
          </a:xfrm>
        </p:spPr>
        <p:txBody>
          <a:bodyPr anchor="ctr">
            <a:normAutofit/>
          </a:bodyPr>
          <a:lstStyle/>
          <a:p>
            <a:pPr marL="0" indent="0">
              <a:buNone/>
            </a:pPr>
            <a:endParaRPr lang="en-US" sz="2000" dirty="0">
              <a:solidFill>
                <a:schemeClr val="tx1">
                  <a:lumMod val="85000"/>
                  <a:lumOff val="15000"/>
                </a:schemeClr>
              </a:solidFill>
            </a:endParaRPr>
          </a:p>
        </p:txBody>
      </p:sp>
      <p:sp>
        <p:nvSpPr>
          <p:cNvPr id="5" name="Footer Placeholder 4">
            <a:extLst>
              <a:ext uri="{FF2B5EF4-FFF2-40B4-BE49-F238E27FC236}">
                <a16:creationId xmlns:a16="http://schemas.microsoft.com/office/drawing/2014/main" id="{D8DC4166-734B-7274-1723-83DF92FA070F}"/>
              </a:ext>
            </a:extLst>
          </p:cNvPr>
          <p:cNvSpPr>
            <a:spLocks noGrp="1"/>
          </p:cNvSpPr>
          <p:nvPr>
            <p:ph type="ftr" sz="quarter" idx="11"/>
          </p:nvPr>
        </p:nvSpPr>
        <p:spPr>
          <a:xfrm>
            <a:off x="3968262" y="6391519"/>
            <a:ext cx="4114800" cy="365125"/>
          </a:xfrm>
        </p:spPr>
        <p:txBody>
          <a:bodyPr/>
          <a:lstStyle/>
          <a:p>
            <a:r>
              <a:rPr lang="en-US" dirty="0" smtClean="0"/>
              <a:t>Paper ID : 2602XXX             Category : UG / PG / RS / Faculty </a:t>
            </a:r>
            <a:endParaRPr lang="en-US" dirty="0"/>
          </a:p>
        </p:txBody>
      </p:sp>
    </p:spTree>
    <p:extLst>
      <p:ext uri="{BB962C8B-B14F-4D97-AF65-F5344CB8AC3E}">
        <p14:creationId xmlns:p14="http://schemas.microsoft.com/office/powerpoint/2010/main" val="1270251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E0A8B-08D8-4C5D-91A3-32DDF766E2B9}"/>
              </a:ext>
            </a:extLst>
          </p:cNvPr>
          <p:cNvSpPr>
            <a:spLocks noGrp="1"/>
          </p:cNvSpPr>
          <p:nvPr>
            <p:ph type="title"/>
          </p:nvPr>
        </p:nvSpPr>
        <p:spPr>
          <a:xfrm>
            <a:off x="635000" y="640823"/>
            <a:ext cx="3613523" cy="5583148"/>
          </a:xfrm>
        </p:spPr>
        <p:txBody>
          <a:bodyPr anchor="ctr">
            <a:normAutofit/>
          </a:bodyPr>
          <a:lstStyle/>
          <a:p>
            <a:r>
              <a:rPr lang="en-US" sz="3600" spc="210" dirty="0">
                <a:latin typeface="Times New Roman" panose="02020603050405020304" pitchFamily="18" charset="0"/>
                <a:cs typeface="Times New Roman" panose="02020603050405020304" pitchFamily="18" charset="0"/>
              </a:rPr>
              <a:t>Result &amp; Discussion</a:t>
            </a:r>
            <a:endParaRPr lang="en-US" sz="3600" dirty="0">
              <a:latin typeface="Times New Roman" panose="02020603050405020304" pitchFamily="18" charset="0"/>
              <a:cs typeface="Times New Roman" panose="02020603050405020304" pitchFamily="18" charset="0"/>
            </a:endParaRPr>
          </a:p>
        </p:txBody>
      </p:sp>
      <p:graphicFrame>
        <p:nvGraphicFramePr>
          <p:cNvPr id="26" name="Content Placeholder 2">
            <a:extLst>
              <a:ext uri="{FF2B5EF4-FFF2-40B4-BE49-F238E27FC236}">
                <a16:creationId xmlns:a16="http://schemas.microsoft.com/office/drawing/2014/main" id="{80A12CBC-5734-EAB1-4041-59DA42F6B401}"/>
              </a:ext>
            </a:extLst>
          </p:cNvPr>
          <p:cNvGraphicFramePr>
            <a:graphicFrameLocks noGrp="1"/>
          </p:cNvGraphicFramePr>
          <p:nvPr>
            <p:ph idx="1"/>
            <p:extLst>
              <p:ext uri="{D42A27DB-BD31-4B8C-83A1-F6EECF244321}">
                <p14:modId xmlns:p14="http://schemas.microsoft.com/office/powerpoint/2010/main" val="93385627"/>
              </p:ext>
            </p:extLst>
          </p:nvPr>
        </p:nvGraphicFramePr>
        <p:xfrm>
          <a:off x="4248523" y="804084"/>
          <a:ext cx="6839687" cy="48687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E2D42DFF-5136-C5CB-255B-485386165E26}"/>
              </a:ext>
            </a:extLst>
          </p:cNvPr>
          <p:cNvSpPr>
            <a:spLocks noGrp="1"/>
          </p:cNvSpPr>
          <p:nvPr>
            <p:ph type="ftr" sz="quarter" idx="11"/>
          </p:nvPr>
        </p:nvSpPr>
        <p:spPr/>
        <p:txBody>
          <a:bodyPr>
            <a:normAutofit/>
          </a:bodyPr>
          <a:lstStyle/>
          <a:p>
            <a:pPr>
              <a:spcAft>
                <a:spcPts val="600"/>
              </a:spcAft>
            </a:pPr>
            <a:r>
              <a:rPr lang="en-US" dirty="0" smtClean="0"/>
              <a:t>Paper ID : 2602XXX             Category : UG / PG / RS / Faculty </a:t>
            </a:r>
            <a:endParaRPr lang="en-US" dirty="0"/>
          </a:p>
        </p:txBody>
      </p:sp>
    </p:spTree>
    <p:extLst>
      <p:ext uri="{BB962C8B-B14F-4D97-AF65-F5344CB8AC3E}">
        <p14:creationId xmlns:p14="http://schemas.microsoft.com/office/powerpoint/2010/main" val="28934121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519B0-7569-4718-B9DF-FB537932F407}"/>
              </a:ext>
            </a:extLst>
          </p:cNvPr>
          <p:cNvSpPr>
            <a:spLocks noGrp="1"/>
          </p:cNvSpPr>
          <p:nvPr>
            <p:ph type="title"/>
          </p:nvPr>
        </p:nvSpPr>
        <p:spPr>
          <a:xfrm>
            <a:off x="3711207" y="845544"/>
            <a:ext cx="4994429" cy="788972"/>
          </a:xfrm>
        </p:spPr>
        <p:txBody>
          <a:bodyPr/>
          <a:lstStyle/>
          <a:p>
            <a:r>
              <a:rPr lang="en-US" sz="3600" spc="210" dirty="0">
                <a:solidFill>
                  <a:srgbClr val="49403C"/>
                </a:solidFill>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2BC12C9-5B22-4DD8-9900-204BDE96E6FF}"/>
              </a:ext>
            </a:extLst>
          </p:cNvPr>
          <p:cNvSpPr>
            <a:spLocks noGrp="1"/>
          </p:cNvSpPr>
          <p:nvPr>
            <p:ph idx="1"/>
          </p:nvPr>
        </p:nvSpPr>
        <p:spPr/>
        <p:txBody>
          <a:bodyPr>
            <a:normAutofit fontScale="70000" lnSpcReduction="20000"/>
          </a:bodyPr>
          <a:lstStyle/>
          <a:p>
            <a:pPr marL="0" indent="0" algn="just">
              <a:lnSpc>
                <a:spcPct val="120000"/>
              </a:lnSpc>
              <a:buNone/>
            </a:pPr>
            <a:r>
              <a:rPr lang="en-US" sz="2800" dirty="0">
                <a:solidFill>
                  <a:srgbClr val="000000"/>
                </a:solidFill>
                <a:latin typeface="Times New Roman" panose="02020603050405020304" pitchFamily="18" charset="0"/>
                <a:cs typeface="Times New Roman" panose="02020603050405020304" pitchFamily="18" charset="0"/>
              </a:rPr>
              <a:t>[1] </a:t>
            </a:r>
            <a:r>
              <a:rPr lang="en-US" sz="2800" dirty="0" err="1">
                <a:solidFill>
                  <a:srgbClr val="000000"/>
                </a:solidFill>
                <a:latin typeface="Times New Roman" panose="02020603050405020304" pitchFamily="18" charset="0"/>
                <a:cs typeface="Times New Roman" panose="02020603050405020304" pitchFamily="18" charset="0"/>
              </a:rPr>
              <a:t>Assael</a:t>
            </a:r>
            <a:r>
              <a:rPr lang="en-US" sz="2800" dirty="0">
                <a:solidFill>
                  <a:srgbClr val="000000"/>
                </a:solidFill>
                <a:latin typeface="Times New Roman" panose="02020603050405020304" pitchFamily="18" charset="0"/>
                <a:cs typeface="Times New Roman" panose="02020603050405020304" pitchFamily="18" charset="0"/>
              </a:rPr>
              <a:t>. M, </a:t>
            </a:r>
            <a:r>
              <a:rPr lang="en-US" sz="2800" dirty="0" err="1">
                <a:solidFill>
                  <a:srgbClr val="000000"/>
                </a:solidFill>
                <a:latin typeface="Times New Roman" panose="02020603050405020304" pitchFamily="18" charset="0"/>
                <a:cs typeface="Times New Roman" panose="02020603050405020304" pitchFamily="18" charset="0"/>
              </a:rPr>
              <a:t>Metaxa</a:t>
            </a:r>
            <a:r>
              <a:rPr lang="en-US" sz="2800" dirty="0">
                <a:solidFill>
                  <a:srgbClr val="000000"/>
                </a:solidFill>
                <a:latin typeface="Times New Roman" panose="02020603050405020304" pitchFamily="18" charset="0"/>
                <a:cs typeface="Times New Roman" panose="02020603050405020304" pitchFamily="18" charset="0"/>
              </a:rPr>
              <a:t>. I, </a:t>
            </a:r>
            <a:r>
              <a:rPr lang="en-US" sz="2800" dirty="0" err="1">
                <a:solidFill>
                  <a:srgbClr val="000000"/>
                </a:solidFill>
                <a:latin typeface="Times New Roman" panose="02020603050405020304" pitchFamily="18" charset="0"/>
                <a:cs typeface="Times New Roman" panose="02020603050405020304" pitchFamily="18" charset="0"/>
              </a:rPr>
              <a:t>Kakosimos</a:t>
            </a:r>
            <a:r>
              <a:rPr lang="en-US" sz="2800" dirty="0">
                <a:solidFill>
                  <a:srgbClr val="000000"/>
                </a:solidFill>
                <a:latin typeface="Times New Roman" panose="02020603050405020304" pitchFamily="18" charset="0"/>
                <a:cs typeface="Times New Roman" panose="02020603050405020304" pitchFamily="18" charset="0"/>
              </a:rPr>
              <a:t>. K, and Constantinou. D, "Thermal conductivity of nanofluids–experimental and theoretical," International Journal of </a:t>
            </a:r>
            <a:r>
              <a:rPr lang="en-US" sz="2800" dirty="0" err="1">
                <a:solidFill>
                  <a:srgbClr val="000000"/>
                </a:solidFill>
                <a:latin typeface="Times New Roman" panose="02020603050405020304" pitchFamily="18" charset="0"/>
                <a:cs typeface="Times New Roman" panose="02020603050405020304" pitchFamily="18" charset="0"/>
              </a:rPr>
              <a:t>Thermophysics</a:t>
            </a:r>
            <a:r>
              <a:rPr lang="en-US" sz="2800" dirty="0">
                <a:solidFill>
                  <a:srgbClr val="000000"/>
                </a:solidFill>
                <a:latin typeface="Times New Roman" panose="02020603050405020304" pitchFamily="18" charset="0"/>
                <a:cs typeface="Times New Roman" panose="02020603050405020304" pitchFamily="18" charset="0"/>
              </a:rPr>
              <a:t>, vol. 27, pp. 999-1017, 2006.</a:t>
            </a:r>
          </a:p>
          <a:p>
            <a:pPr marL="0" indent="0" algn="just">
              <a:lnSpc>
                <a:spcPct val="120000"/>
              </a:lnSpc>
              <a:buNone/>
            </a:pPr>
            <a:r>
              <a:rPr lang="en-US" sz="2800" dirty="0">
                <a:solidFill>
                  <a:srgbClr val="000000"/>
                </a:solidFill>
                <a:latin typeface="Times New Roman" panose="02020603050405020304" pitchFamily="18" charset="0"/>
                <a:cs typeface="Times New Roman" panose="02020603050405020304" pitchFamily="18" charset="0"/>
              </a:rPr>
              <a:t>[2] </a:t>
            </a:r>
            <a:r>
              <a:rPr lang="en-US" sz="2800" dirty="0" err="1">
                <a:solidFill>
                  <a:srgbClr val="000000"/>
                </a:solidFill>
                <a:latin typeface="Times New Roman" panose="02020603050405020304" pitchFamily="18" charset="0"/>
                <a:cs typeface="Times New Roman" panose="02020603050405020304" pitchFamily="18" charset="0"/>
              </a:rPr>
              <a:t>Asiltürk</a:t>
            </a:r>
            <a:r>
              <a:rPr lang="en-US" sz="2800" dirty="0">
                <a:solidFill>
                  <a:srgbClr val="000000"/>
                </a:solidFill>
                <a:latin typeface="Times New Roman" panose="02020603050405020304" pitchFamily="18" charset="0"/>
                <a:cs typeface="Times New Roman" panose="02020603050405020304" pitchFamily="18" charset="0"/>
              </a:rPr>
              <a:t>. I and </a:t>
            </a:r>
            <a:r>
              <a:rPr lang="en-US" sz="2800" dirty="0" err="1">
                <a:solidFill>
                  <a:srgbClr val="000000"/>
                </a:solidFill>
                <a:latin typeface="Times New Roman" panose="02020603050405020304" pitchFamily="18" charset="0"/>
                <a:cs typeface="Times New Roman" panose="02020603050405020304" pitchFamily="18" charset="0"/>
              </a:rPr>
              <a:t>Akkuş</a:t>
            </a:r>
            <a:r>
              <a:rPr lang="en-US" sz="2800" dirty="0">
                <a:solidFill>
                  <a:srgbClr val="000000"/>
                </a:solidFill>
                <a:latin typeface="Times New Roman" panose="02020603050405020304" pitchFamily="18" charset="0"/>
                <a:cs typeface="Times New Roman" panose="02020603050405020304" pitchFamily="18" charset="0"/>
              </a:rPr>
              <a:t>. H, "Determining the effect of cutting parameters on surface   roughness in hard turning using the Taguchi method," Measurement, vol. 44, pp. 1697- 1704, 2011.</a:t>
            </a:r>
          </a:p>
          <a:p>
            <a:pPr marL="0" indent="0" algn="just">
              <a:lnSpc>
                <a:spcPct val="120000"/>
              </a:lnSpc>
              <a:buNone/>
            </a:pPr>
            <a:r>
              <a:rPr lang="en-US" sz="2800" dirty="0">
                <a:solidFill>
                  <a:srgbClr val="000000"/>
                </a:solidFill>
                <a:latin typeface="Times New Roman" panose="02020603050405020304" pitchFamily="18" charset="0"/>
                <a:cs typeface="Times New Roman" panose="02020603050405020304" pitchFamily="18" charset="0"/>
              </a:rPr>
              <a:t>[3] Bhattacharya. A, Das. S, Majumder. P, and  </a:t>
            </a:r>
            <a:r>
              <a:rPr lang="en-US" sz="2800" dirty="0" err="1">
                <a:solidFill>
                  <a:srgbClr val="000000"/>
                </a:solidFill>
                <a:latin typeface="Times New Roman" panose="02020603050405020304" pitchFamily="18" charset="0"/>
                <a:cs typeface="Times New Roman" panose="02020603050405020304" pitchFamily="18" charset="0"/>
              </a:rPr>
              <a:t>Batish</a:t>
            </a:r>
            <a:r>
              <a:rPr lang="en-US" sz="2800" dirty="0">
                <a:solidFill>
                  <a:srgbClr val="000000"/>
                </a:solidFill>
                <a:latin typeface="Times New Roman" panose="02020603050405020304" pitchFamily="18" charset="0"/>
                <a:cs typeface="Times New Roman" panose="02020603050405020304" pitchFamily="18" charset="0"/>
              </a:rPr>
              <a:t>. A, "Estimating the effect of cutting parameters on surface finish and power consumption during high speed machining of  AISI 1045 steel using Taguchi design and ANOVA," Production Engineering, vol. 3,   pp. 31-40, 2009.</a:t>
            </a:r>
          </a:p>
          <a:p>
            <a:pPr marL="0" indent="0" algn="just">
              <a:lnSpc>
                <a:spcPct val="120000"/>
              </a:lnSpc>
              <a:buNone/>
            </a:pPr>
            <a:r>
              <a:rPr lang="en-US" sz="2800" dirty="0">
                <a:solidFill>
                  <a:srgbClr val="000000"/>
                </a:solidFill>
                <a:latin typeface="Times New Roman" panose="02020603050405020304" pitchFamily="18" charset="0"/>
                <a:cs typeface="Times New Roman" panose="02020603050405020304" pitchFamily="18" charset="0"/>
              </a:rPr>
              <a:t>[4] </a:t>
            </a:r>
            <a:r>
              <a:rPr lang="en-US" sz="2800" dirty="0" err="1">
                <a:solidFill>
                  <a:srgbClr val="000000"/>
                </a:solidFill>
                <a:latin typeface="Times New Roman" panose="02020603050405020304" pitchFamily="18" charset="0"/>
                <a:cs typeface="Times New Roman" panose="02020603050405020304" pitchFamily="18" charset="0"/>
              </a:rPr>
              <a:t>Cus</a:t>
            </a:r>
            <a:r>
              <a:rPr lang="en-US" sz="2800" dirty="0">
                <a:solidFill>
                  <a:srgbClr val="000000"/>
                </a:solidFill>
                <a:latin typeface="Times New Roman" panose="02020603050405020304" pitchFamily="18" charset="0"/>
                <a:cs typeface="Times New Roman" panose="02020603050405020304" pitchFamily="18" charset="0"/>
              </a:rPr>
              <a:t>. F and </a:t>
            </a:r>
            <a:r>
              <a:rPr lang="en-US" sz="2800" dirty="0" err="1">
                <a:solidFill>
                  <a:srgbClr val="000000"/>
                </a:solidFill>
                <a:latin typeface="Times New Roman" panose="02020603050405020304" pitchFamily="18" charset="0"/>
                <a:cs typeface="Times New Roman" panose="02020603050405020304" pitchFamily="18" charset="0"/>
              </a:rPr>
              <a:t>Balic</a:t>
            </a:r>
            <a:r>
              <a:rPr lang="en-US" sz="2800" dirty="0">
                <a:solidFill>
                  <a:srgbClr val="000000"/>
                </a:solidFill>
                <a:latin typeface="Times New Roman" panose="02020603050405020304" pitchFamily="18" charset="0"/>
                <a:cs typeface="Times New Roman" panose="02020603050405020304" pitchFamily="18" charset="0"/>
              </a:rPr>
              <a:t>. J, "Optimization of cutting process by GA approach," Robotics and  Computer-Integrated Manufacturing, vol. 19, pp. 113-121,2003.</a:t>
            </a:r>
          </a:p>
          <a:p>
            <a:pPr marL="0" indent="0" algn="just">
              <a:lnSpc>
                <a:spcPct val="120000"/>
              </a:lnSpc>
              <a:buNone/>
            </a:pPr>
            <a:r>
              <a:rPr lang="en-US" sz="2800" dirty="0">
                <a:solidFill>
                  <a:srgbClr val="000000"/>
                </a:solidFill>
                <a:latin typeface="Times New Roman" panose="02020603050405020304" pitchFamily="18" charset="0"/>
                <a:cs typeface="Times New Roman" panose="02020603050405020304" pitchFamily="18" charset="0"/>
              </a:rPr>
              <a:t>[5] </a:t>
            </a:r>
            <a:r>
              <a:rPr lang="en-US" sz="2800" dirty="0" err="1">
                <a:solidFill>
                  <a:srgbClr val="000000"/>
                </a:solidFill>
                <a:latin typeface="Times New Roman" panose="02020603050405020304" pitchFamily="18" charset="0"/>
                <a:cs typeface="Times New Roman" panose="02020603050405020304" pitchFamily="18" charset="0"/>
              </a:rPr>
              <a:t>Chien</a:t>
            </a:r>
            <a:r>
              <a:rPr lang="en-US" sz="2800" dirty="0">
                <a:solidFill>
                  <a:srgbClr val="000000"/>
                </a:solidFill>
                <a:latin typeface="Times New Roman" panose="02020603050405020304" pitchFamily="18" charset="0"/>
                <a:cs typeface="Times New Roman" panose="02020603050405020304" pitchFamily="18" charset="0"/>
              </a:rPr>
              <a:t>. W.-T and Tsai. C.-S, "The investigation on the prediction of tool wear and the determination of optimum cutting conditions in machining 17-4PH stainless steel," Journal of Materials Processing Technology, vol. 140, pp.340-345, 2003.</a:t>
            </a:r>
          </a:p>
        </p:txBody>
      </p:sp>
      <p:sp>
        <p:nvSpPr>
          <p:cNvPr id="4" name="Footer Placeholder 3">
            <a:extLst>
              <a:ext uri="{FF2B5EF4-FFF2-40B4-BE49-F238E27FC236}">
                <a16:creationId xmlns:a16="http://schemas.microsoft.com/office/drawing/2014/main" id="{4AEC5424-0DC2-2406-1056-926ECEE32862}"/>
              </a:ext>
            </a:extLst>
          </p:cNvPr>
          <p:cNvSpPr>
            <a:spLocks noGrp="1"/>
          </p:cNvSpPr>
          <p:nvPr>
            <p:ph type="ftr" sz="quarter" idx="11"/>
          </p:nvPr>
        </p:nvSpPr>
        <p:spPr/>
        <p:txBody>
          <a:bodyPr/>
          <a:lstStyle/>
          <a:p>
            <a:r>
              <a:rPr lang="en-US" dirty="0" smtClean="0"/>
              <a:t>Paper ID : 2602XXX             Category : UG / PG / RS / Faculty </a:t>
            </a:r>
            <a:endParaRPr lang="en-US" dirty="0"/>
          </a:p>
        </p:txBody>
      </p:sp>
    </p:spTree>
    <p:extLst>
      <p:ext uri="{BB962C8B-B14F-4D97-AF65-F5344CB8AC3E}">
        <p14:creationId xmlns:p14="http://schemas.microsoft.com/office/powerpoint/2010/main" val="3154342985"/>
      </p:ext>
    </p:extLst>
  </p:cSld>
  <p:clrMapOvr>
    <a:masterClrMapping/>
  </p:clrMapOvr>
</p:sld>
</file>

<file path=ppt/theme/theme1.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2991</TotalTime>
  <Words>516</Words>
  <Application>Microsoft Office PowerPoint</Application>
  <PresentationFormat>Widescreen</PresentationFormat>
  <Paragraphs>79</Paragraphs>
  <Slides>13</Slides>
  <Notes>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Light</vt:lpstr>
      <vt:lpstr>Lato</vt:lpstr>
      <vt:lpstr>Saira Medium</vt:lpstr>
      <vt:lpstr>Tahoma</vt:lpstr>
      <vt:lpstr>Times New Roman</vt:lpstr>
      <vt:lpstr>Office Theme</vt:lpstr>
      <vt:lpstr>Instructions to Presenters</vt:lpstr>
      <vt:lpstr>Third International Conference on Futuristic Trends in Science, Engineering, and Management (ICFTSEM-III) 2026 &amp; Global Conference Hub, Coimbatore, Tamil Nadu, India. Rubric for Best Presentation (UG, PG, Research Scholar &amp; Faculty) </vt:lpstr>
      <vt:lpstr>PowerPoint Presentation</vt:lpstr>
      <vt:lpstr>Key talking points</vt:lpstr>
      <vt:lpstr>ABSTRACT</vt:lpstr>
      <vt:lpstr>Outline of Abstract :</vt:lpstr>
      <vt:lpstr>Introduction</vt:lpstr>
      <vt:lpstr>Literature Review</vt:lpstr>
      <vt:lpstr>Methodology</vt:lpstr>
      <vt:lpstr>GRAPHS / TABLES / ANALYSIS / SIMULATION ETC</vt:lpstr>
      <vt:lpstr>Photographs / Simulation Pictures / Video Etc relevant to the Experiment</vt:lpstr>
      <vt:lpstr>Result &amp; Discussion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 International Conference on Innovations in Engineering &amp; Sciences (ICIES) 2021</dc:title>
  <dc:creator>Pravin</dc:creator>
  <cp:lastModifiedBy>APPLE USER</cp:lastModifiedBy>
  <cp:revision>104</cp:revision>
  <dcterms:created xsi:type="dcterms:W3CDTF">2021-03-20T03:55:40Z</dcterms:created>
  <dcterms:modified xsi:type="dcterms:W3CDTF">2026-01-14T03:28:09Z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2023-09-07T05:06:33Z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c778e571-5114-49bf-a4e7-8a47a5f09d20</vt:lpwstr>
  </property>
  <property fmtid="{D5CDD505-2E9C-101B-9397-08002B2CF9AE}" pid="7" name="MSIP_Label_defa4170-0d19-0005-0004-bc88714345d2_ActionId">
    <vt:lpwstr>98b1cca8-9179-4e55-9411-fb2d42ae25cf</vt:lpwstr>
  </property>
  <property fmtid="{D5CDD505-2E9C-101B-9397-08002B2CF9AE}" pid="8" name="MSIP_Label_defa4170-0d19-0005-0004-bc88714345d2_ContentBits">
    <vt:lpwstr>0</vt:lpwstr>
  </property>
</Properties>
</file>